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56" autoAdjust="0"/>
  </p:normalViewPr>
  <p:slideViewPr>
    <p:cSldViewPr snapToGrid="0">
      <p:cViewPr varScale="1">
        <p:scale>
          <a:sx n="57" d="100"/>
          <a:sy n="57" d="100"/>
        </p:scale>
        <p:origin x="966" y="9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9CFDF11-7E9A-98F6-F6F5-9A0D35B8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21267B66-2123-11D1-AC1A-119024D18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3EFA0D23-17AC-2FA6-0957-0DBBDECBF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058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888A771-CE03-94E4-C93B-9332CFAFA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A3ABE09-EDDD-B6D0-E001-FDF4D8600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9B2AA31-51DD-0FC8-4986-A22E1192B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34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5EBAC5-35B6-0924-EB80-3F05318D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4EAF0C8-AB39-8A1F-8C2D-392E43D10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1D5189ED-818C-48B2-ED8B-95D007414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32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A12D8D-11EF-F019-2459-FA14B4FD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F015668-C48E-538F-00E5-4FE2C879C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42D7096-9FF4-585A-7772-DA7700A6A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953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9B1618B-27A0-70CC-95C7-0E6DB7D42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E6BF7EC5-11DB-C986-C818-2CC28240D3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6854550A-FCCF-5D83-8AC0-2422D0BD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8573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E3B6E81E-3FBB-A8B8-B886-C0DE1288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7E5CEE2-BC08-07F4-11B2-A005DBA966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00FB9EA-44A4-A59D-B720-8FE2508A4D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119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606F21FA-2B21-6043-B52D-E3DD9BD5D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EF352E9E-C058-66C8-8D1E-CC0542E64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2DA8749-FB58-2800-5958-3E1D401436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1211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11F47C8-CD0E-EFC0-BDD5-E64BC118C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38726B4-9622-9675-460E-BD2B87E709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B2F7FEB-CF25-917F-1D6C-A61FEDC41B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9443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7C990A4-4BC8-B752-C7CE-7A6FF64E7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CA9AAF5-D601-17BD-F402-FBAED6BAC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BACFEDD-E386-13B7-A3ED-5DF801ECB0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61360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3E62D5AC-25CF-CD2A-4080-A2E81C1F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8838AE70-AA20-AF1F-AEC4-91C5C0DC1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45DDB21-10D2-9DF2-2D5B-390714565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78351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EDB64537-E355-EDF6-29EF-4A4708FE6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BB80968-BD9F-B03A-40A9-EECE593CDC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50ABCE7E-1CD0-8098-D492-B17B09AB78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28542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97E3EF4-C4D0-8DD6-B045-F0B746CF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2EB5D279-9A98-8FA1-F3A6-A50111A03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F88B6DB-BF81-CD5F-E641-21BF3B6A27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57102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EBFD6EA-A48C-63D4-EDD7-5B179984D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64746D6-B500-63ED-A898-1D62D88EB8EC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4E6590C9-D3D0-13D5-F472-26282D6BD62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3642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C234F18-EF5C-6646-E071-8487F7E2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FA7271B-49A4-4EA5-B94D-523856EAB9A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EF65630C-B5A3-F7AD-311A-47678288CA1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A6AA3BF1-D384-16CE-F7AE-F2D65D41B71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B5AF5F0-9939-AA68-1239-06F43617491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904590F-C04E-1A45-D258-62E82151C83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7150193-2A04-4B93-A4B5-1C80450CC0B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7365BD8-8582-6193-3F3A-B679F38A11D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61F63FF-85B2-C682-7C17-DA9CBE05BE5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A81BA1-1F84-9A0C-9B69-FB7FF37C97EB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7D21275-C78A-B3F5-6FCA-48B31691FA1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18C5939-D241-9138-D3FF-5B1E85C723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ECB2DEC-CC21-A204-ED02-81F1526B324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BD36354-4A6F-D396-D993-E199E2307A2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6B6A005-6AB5-F470-7282-4DF5BB4243F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24DBB748-2678-1EA8-A485-AF9C91ED400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0CC416F-C734-4CB8-A2EC-C43D11EF3AC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3EC76D3C-D152-060F-CC37-4C758FBD05C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CD9B04C-7B17-3A03-66A4-195D868581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DAE98067-BA7B-B697-828C-D2842232A11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170DC01-D154-8867-C4C6-1AE0F0982F3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F6E731C-F28E-4845-2E7C-45AF68A052C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619F19D0-A650-FE2C-A413-3C8DF5B336B0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Implementar o novo mapa com objetivo semanal e ranking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897ADA3A-B9C6-CD39-C093-76B5441777F4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246A0A7-ACC5-192C-B7EF-C8B08F69E79B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as diferentes condições climatéricas.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73BBE09-7AF8-2E0C-440C-6FF99D05A508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A333C870-6B58-CE6D-F17A-1A7FD0BC7437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8FABC0D9-A41E-04B0-8EFC-0F732BE4D5B1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</p:spTree>
    <p:extLst>
      <p:ext uri="{BB962C8B-B14F-4D97-AF65-F5344CB8AC3E}">
        <p14:creationId xmlns:p14="http://schemas.microsoft.com/office/powerpoint/2010/main" val="163283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07598E-EBA3-8AFC-5CAA-49848139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004D3C-A391-E63A-19C2-1297158BC63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71A561-D3B3-6796-3127-27E33C96354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FC2C3AC4-48AF-ACD1-A784-238EC7D442D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1DA4AC9C-09C1-F6E4-A8F4-1EAC1BA63D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C06BCF9-54F3-BA25-830A-1C49A1A68E6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D01836A-55B8-C6BA-82CD-8EAA157E6A4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29D00CBA-D30D-75DA-49FA-3CBD84E2EE8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F5FF8753-39A0-C025-D867-8C3F03B3086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B2829AFB-6165-C8D5-EC56-AF8ABDDE9EF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AB4AAF4-FBAA-E6C6-7478-81BA9B89146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B2FBC8FB-759C-5D6E-0626-47D22648F90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629D5493-021E-2CF8-629C-B49AB58E5A2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F6A46D-2060-BDEC-B8A8-C1B26600963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AD2D4E-AD7C-CA64-30F1-245304071DB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B57419FA-6EEF-45E2-B7FD-8BE8F79A072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6D7064A2-FA68-771E-E233-06069D607C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5EEE2CC9-1FB8-0EBD-814E-58D75C27656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14C5B081-E4A7-53B0-6AA6-B1F9F172D76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61CB615-FF92-5E86-9AE2-91FF3139934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DB2D0FA-7055-D508-5D2E-F02925EBFD8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EEE8AA1C-0F8D-1599-FAC0-4B90B6B19DC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2C34EFB-898A-06FD-C407-9DE65FEAE38C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772E8B87-CF4D-0CA4-D3B0-AB0AEDBFF3BC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CD90AF1-C1C3-436F-E5E4-0E6A17E0F072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89A3A82-5859-D371-16AE-D9D07B76AED5}"/>
              </a:ext>
            </a:extLst>
          </p:cNvPr>
          <p:cNvSpPr/>
          <p:nvPr/>
        </p:nvSpPr>
        <p:spPr>
          <a:xfrm>
            <a:off x="12395940" y="110472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006DD7DB-6473-2DE4-4874-88A514979BBD}"/>
              </a:ext>
            </a:extLst>
          </p:cNvPr>
          <p:cNvSpPr/>
          <p:nvPr/>
        </p:nvSpPr>
        <p:spPr>
          <a:xfrm>
            <a:off x="9366071" y="88976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F1BF7C6-355B-004E-DDD2-D93DC227D842}"/>
              </a:ext>
            </a:extLst>
          </p:cNvPr>
          <p:cNvSpPr/>
          <p:nvPr/>
        </p:nvSpPr>
        <p:spPr>
          <a:xfrm>
            <a:off x="9366071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4ED0CAA4-9B4E-73CC-8DAB-5CC49617A235}"/>
              </a:ext>
            </a:extLst>
          </p:cNvPr>
          <p:cNvSpPr/>
          <p:nvPr/>
        </p:nvSpPr>
        <p:spPr>
          <a:xfrm>
            <a:off x="12395940" y="4225282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DD5EAB4D-5FD4-276A-54F0-19874A4F5CE2}"/>
              </a:ext>
            </a:extLst>
          </p:cNvPr>
          <p:cNvSpPr/>
          <p:nvPr/>
        </p:nvSpPr>
        <p:spPr>
          <a:xfrm>
            <a:off x="12395940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250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BF79E9C-23FF-1414-1633-55F0B8682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CB2FD25-E170-08EC-033F-92C4DFB393A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CB91F41C-543C-7B80-287E-D6449B583A9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1A77072-BB1A-F531-CF64-C71DEF52C75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9B070276-5101-EBC0-79D9-2AE78AE7B80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954E637-CFA1-67DD-3BE2-EF24FCC5ADD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A6C6064-2889-413F-5D64-C9415A5B8FF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84E597-5333-CAFD-7931-C42E3E2F2B0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88C9FDB-EA20-45B0-A7A6-0966BEB1D8C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46903D5-F517-CFD9-029D-46EA8B45855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B3FC8C9-F709-3057-9FBD-F20AE40FC0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8D1FF30C-0E57-330F-7E0A-1597ACB3F83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4EA3AD75-CE31-C909-74EC-1C6DD50DF1D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BEA50E0-EBD8-B815-F6BD-99BCD18A95E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8A01EF9-F242-A653-28A8-E713A57AF6D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5044B621-30ED-9C45-4086-D2A2A3914BD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793EA6-FC61-822C-757C-7981A789F335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60EF60-0BD4-333B-48BC-8C59873F016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0AED093-00B1-95CB-1EC2-DE05E4CE43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0A20F4D-8E79-6D7C-3DC1-A7334442346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511BEA8-50E3-0030-56D6-5D014FCC874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C2FA3C3-CB58-647D-F9AE-6ACFAC145C1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EC2352D-41DC-AE74-BF73-D8FA71B13D22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DE4E2D31-CAD4-24B8-C57E-9C8751C1E412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1FA25614-593C-60DA-A508-81C3971596F3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28293602-41D8-E9EB-6BC0-B91B22B30CA3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1A33A008-7FD8-F8C0-C061-C035C1E92AC3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B5E1320-893A-F6FF-43B7-F806B0471CE6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BAB7DB89-CEFF-D3CD-C38E-B9CB6164CBE2}"/>
              </a:ext>
            </a:extLst>
          </p:cNvPr>
          <p:cNvSpPr/>
          <p:nvPr/>
        </p:nvSpPr>
        <p:spPr>
          <a:xfrm>
            <a:off x="15532407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CFB53F3B-A97C-49DA-93E1-8B1663361130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941860DA-5F6B-820F-4866-958C97D3AF99}"/>
              </a:ext>
            </a:extLst>
          </p:cNvPr>
          <p:cNvSpPr/>
          <p:nvPr/>
        </p:nvSpPr>
        <p:spPr>
          <a:xfrm>
            <a:off x="15532407" y="1078588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92438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8A453F8-ECD9-7141-CDD6-109E3B8B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85D624E0-D4E0-CC9A-3DD9-A4597601F9FE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9C56FCB9-BF84-7C9F-90D9-4FBBF200DCB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6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49578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88A0C36-91A8-424E-47D0-C9FFA7AA8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77EDF78-783E-1055-3E26-0C71D312180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98D767B-8ACB-D271-F132-A0E445653DA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2FCA0D5B-8F24-0836-052A-2EDA5068EB7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B6639257-54CA-F8F2-4D34-C5970A25491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F924E555-3E0F-E013-8627-B264192983A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E16B341-9D7F-CADA-B9AE-E1125E77F57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BAA6B421-B4E1-CC48-6694-DFA17776975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16D7FC1-2721-9ABA-87C7-7ED7F357E81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D220198-1226-64AA-ED17-6F832D349B6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B0061229-9FB6-1392-3177-6FEED81A8725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FE2DB45-6CA0-0905-DB19-91DA1397CDA9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497C966-1D35-ED7F-F938-169BBE04EE1A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835B2663-0890-96B6-07DC-4DA497028CE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9850700-3A1C-F3DA-D4C1-BA2F915CC86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25B3A0D-8E09-8D6D-87F4-6527CB687C3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4F7ADC3-A67C-C392-602B-A6691E12973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8EADD84-B48E-2466-1EBD-CBF5C7DC060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EEB9402-294C-D6EE-0ECD-BDCFE13115E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8933AE8-4E26-2CF1-7F39-C385B676EB9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A10CF88-7570-5F3D-B88A-F08F621A4BB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291A0CC3-4110-4639-1C79-D3DD3C4BE93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3D597083-EB0F-4290-8143-BF179502298F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Acabar de implementar o gerador de mapa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07784F17-3532-FD63-B1B6-5CC770A9A748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Acabar de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0FF2637C-A33B-57B4-748E-01BCA8231306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Acabar de implementar as diferentes condições climatéricas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A9D5649-F694-D8B5-7DC3-7475446F2EB4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AA76463-0120-A363-0737-1D738CF2A3BD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232B6B6E-700E-8286-71A1-6EE06569DF3A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05A6E3C-76D1-F106-727D-8DB93F2D4F8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8C1938A-8197-12AB-8260-ED0931FE9A60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9886EED-CED5-BB23-19B3-3BF9AAFDA0BE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EBE4B65A-AE86-108F-6788-C23D95550E8C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F0FA35D7-9139-A2A0-6CC2-62013B2B0BBD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DA60474-BBB9-8711-8A19-AE7C60FA91EB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9AB6F074-F751-26EF-7D7D-8737CC46C84E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26798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4A943328-785A-E29B-AB2A-4D2A05FC6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9F13374-F78C-AD8E-6990-67454CDB8E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22B1715B-B0EA-CEE4-5E51-1EC35ECE3A2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3BF77B78-4886-1159-6173-545795109F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89CDBF29-B239-8926-7DFC-F090B5F22D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2048A09-B4EB-AE5E-FB46-678DF6A685F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27A5B666-8FEB-C601-F640-AFF6918D616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4686B43A-76A6-F4B8-2BDC-E256EE80F1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806F9C96-6E39-79B2-A816-6BD0CAB6DC9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E521A9CC-31A5-5FAA-F7E4-F6C595DF619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48FECDA-C7BD-14CB-AC1A-C20AF905E499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9AE07E07-62EE-DF0C-BBA1-C0B8BE8B74B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C133FF5-D8D7-79AB-DA4A-7B08166C64E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C55A161-900E-DD2E-ED6A-1B39AAD8B2A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B98A1E3-A2C3-CF04-53CA-F0EB6CF0129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C5E52549-E9B3-FBB3-E232-A78E2564797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0C8E30B-2B5F-6D0C-0A7B-3E694EC10C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A9BE16D-E72E-7895-EC5B-8382E9CA171A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8FD56A0-C44E-03ED-9A4A-4E54E2A5BAE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D72093-2ACB-0387-C6E8-506A1308093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85B59DC2-D1CE-EEF1-89BB-609D0FC1CD1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C873F4F-6C71-F84A-0DD7-13323124962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A10F264-644F-ABE0-7824-34D0F4708A10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72925EA-32E9-5AD5-80FE-6685DF5E21DC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ED4BB08E-DED3-DC2B-8E63-4BDA60D6AF64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BEF1B6F1-8FB8-9FE0-1753-62E155ABC3B4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606BEAF-9116-4F00-8812-64682D257184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929F78E0-460F-8738-6BAD-E9AC471B30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7941DD71-F202-F4A0-7B0D-8269DED1F424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E182894F-059D-7592-5B69-8062FAFEDA38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5DE13A3A-6939-390F-0212-85EBC489CED2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94350274-4D68-8DD9-B2AD-A15404260A94}"/>
              </a:ext>
            </a:extLst>
          </p:cNvPr>
          <p:cNvSpPr/>
          <p:nvPr/>
        </p:nvSpPr>
        <p:spPr>
          <a:xfrm>
            <a:off x="12395940" y="894605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7403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F9E85B5D-FC84-D2D4-4E1F-4727C764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47FE4E93-58BE-6BCA-F348-ABFECD54BA2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3E08A80-6406-3243-AA15-9A32B89F703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B766C8BB-9C1C-C812-78D6-ADF10B5330C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2DA2C03-21CB-0279-7188-179D1987853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D74CCBD2-2A8B-CE03-A44D-2026B189011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D76B7A0-C5FB-0F50-0BEB-4AA072E00F3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97AA720-78A6-8660-5802-13ABA8179A3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EBBFF82B-E7C5-8DA3-48A6-F78E8D19BB6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259EB59-B273-F2DB-06DF-675D24754971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55DC087E-745A-CF31-CAC7-0B8C8673F7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DA534EC-E995-21D9-4ACF-4F2A6AD07B7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76697D3-F098-B859-4770-1D8FF517EA5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52A52FAC-76B2-F704-781C-CD0063BE627E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ECB4353-E440-A9BB-BD0C-1A56B112E6E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EEC22EA1-A931-13F1-9761-991C769F43F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33251596-01CF-6617-6B2B-D9144C95B4AB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1E7C6928-90D1-CF6D-BD5E-3436820C16A5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CFEA7C7-F3F9-84A8-77E2-A78AE9233EE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85273765-67E8-BB48-AD7C-8C86130B67F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22F3ED50-C031-2025-955B-D50A506816B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AA0E5BFF-83AC-CFFD-C788-1B75F342BDD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6CA111D6-AFBA-EBD9-48F0-7FACABD6E572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039AC44D-89BA-A4D7-E2B9-854A90D3B1F4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38E0B706-5871-FBBB-1A01-B68FF5359838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6D7B61FE-FF7D-243C-505F-53C496B5D7E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708FE690-0101-BE6B-CCF2-D391717C05CA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FB81A080-CF90-FB94-50B9-82E6886A5A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F8620EEB-DBF2-7CC7-E189-D55301A96F58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DFA277F6-FAC1-F983-E958-3655E8AF52C5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87533D02-062A-4DEB-31C2-2FCBBD1A55C5}"/>
              </a:ext>
            </a:extLst>
          </p:cNvPr>
          <p:cNvSpPr/>
          <p:nvPr/>
        </p:nvSpPr>
        <p:spPr>
          <a:xfrm>
            <a:off x="15532407" y="5825394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B34C950C-E7E1-AD55-EA22-8FC5D1D0E711}"/>
              </a:ext>
            </a:extLst>
          </p:cNvPr>
          <p:cNvSpPr/>
          <p:nvPr/>
        </p:nvSpPr>
        <p:spPr>
          <a:xfrm>
            <a:off x="15532407" y="894259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115778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67BCF3-4EEE-F954-B31F-231A955F4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C96BC3E2-3910-46E0-22E5-9966B070CFDA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A584C17B-83DF-B6AE-9CA8-2F3EF7AEBB3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7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840798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7C1B8A25-C821-AD96-D37C-2201BBCEE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FE9FC7AE-4350-FFDD-A663-9151401CEF43}"/>
              </a:ext>
            </a:extLst>
          </p:cNvPr>
          <p:cNvCxnSpPr/>
          <p:nvPr/>
        </p:nvCxnSpPr>
        <p:spPr>
          <a:xfrm>
            <a:off x="5758457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8554E17-F288-2485-C4F3-1C73E573BEB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EE63DA7-371E-31F8-4802-56192351BEDD}"/>
              </a:ext>
            </a:extLst>
          </p:cNvPr>
          <p:cNvSpPr/>
          <p:nvPr/>
        </p:nvSpPr>
        <p:spPr>
          <a:xfrm>
            <a:off x="6281635" y="84312"/>
            <a:ext cx="3406779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C6AD373A-D0E8-6C85-95B8-61EE6C466822}"/>
              </a:ext>
            </a:extLst>
          </p:cNvPr>
          <p:cNvSpPr/>
          <p:nvPr/>
        </p:nvSpPr>
        <p:spPr>
          <a:xfrm>
            <a:off x="9896006" y="121794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B97E51-61C7-2F8A-1B09-8B30499A060B}"/>
              </a:ext>
            </a:extLst>
          </p:cNvPr>
          <p:cNvSpPr/>
          <p:nvPr/>
        </p:nvSpPr>
        <p:spPr>
          <a:xfrm>
            <a:off x="12758767" y="136415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F024E59C-02FE-6BA9-EF4F-6E127DF6FB26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96EA5CF9-C618-437F-5A70-08B7FB00617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09F45951-51C3-6918-0A63-F119FAB29588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AAB4011C-C097-FECA-EE7E-BBCADB77304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5008102-40A6-D1DF-96BD-C4F3480FED5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57ABBE-AA3F-70B1-E50E-8F3611AA10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EAFF5A6-D492-1049-DE1E-BD06B51C2E9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4EBAD19-4E4C-FA6C-AE9A-539B811A77A7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A47C608B-763E-4E56-53CD-7DC9E35FB24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F5BE43E-E3B7-487C-50CF-56D0A99A16E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AE969579-889B-4F34-6B53-3B1A2E0FC74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F891185-8E1D-56B1-6084-57C91FA7644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6C4BE80-BC25-8FB5-90F6-0F017EAFC7E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93C3D12-CDEB-E2DA-3FDB-03BA6A95EAB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DEDD67D-ED1D-3329-E03F-C4B9C3F2A3E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756FE5E-D13D-D08A-2B42-EF680989A32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B7BE298-0344-D3DC-EDE1-D67A5BE797E0}"/>
              </a:ext>
            </a:extLst>
          </p:cNvPr>
          <p:cNvSpPr/>
          <p:nvPr/>
        </p:nvSpPr>
        <p:spPr>
          <a:xfrm>
            <a:off x="5839417" y="3639469"/>
            <a:ext cx="2443410" cy="21064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terminar tsunami e earthquake spawners, no que toca às suas animações bem como alguma lógica de movimento de “builds”.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25B559BB-F940-760D-08AA-F65F031BD451}"/>
              </a:ext>
            </a:extLst>
          </p:cNvPr>
          <p:cNvSpPr/>
          <p:nvPr/>
        </p:nvSpPr>
        <p:spPr>
          <a:xfrm>
            <a:off x="5839417" y="5783003"/>
            <a:ext cx="2443410" cy="184356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catástrofes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DA9B6304-D657-E982-7FD4-64FA8B96F0AF}"/>
              </a:ext>
            </a:extLst>
          </p:cNvPr>
          <p:cNvSpPr/>
          <p:nvPr/>
        </p:nvSpPr>
        <p:spPr>
          <a:xfrm>
            <a:off x="5908929" y="768737"/>
            <a:ext cx="2328734" cy="281731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ecriar uma interface apelativa para o jogador, bem como finalizar as waves do modo semanal.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EB0AA07-673C-E198-DD15-32AD87C01227}"/>
              </a:ext>
            </a:extLst>
          </p:cNvPr>
          <p:cNvSpPr/>
          <p:nvPr/>
        </p:nvSpPr>
        <p:spPr>
          <a:xfrm>
            <a:off x="9907290" y="3774212"/>
            <a:ext cx="2449608" cy="162566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</a:p>
          <a:p>
            <a:pPr lvl="0"/>
            <a:endParaRPr lang="en-US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CA3E6AF5-C65C-7254-22F7-C651418ADFBF}"/>
              </a:ext>
            </a:extLst>
          </p:cNvPr>
          <p:cNvSpPr/>
          <p:nvPr/>
        </p:nvSpPr>
        <p:spPr>
          <a:xfrm>
            <a:off x="9946098" y="5694579"/>
            <a:ext cx="2410800" cy="160329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B39DDB29-43EA-2E91-1C24-34E9FA3317B9}"/>
              </a:ext>
            </a:extLst>
          </p:cNvPr>
          <p:cNvSpPr/>
          <p:nvPr/>
        </p:nvSpPr>
        <p:spPr>
          <a:xfrm>
            <a:off x="9896006" y="984117"/>
            <a:ext cx="2410800" cy="25496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F9FA722D-0C29-FFD6-3A52-F1EFAF774B80}"/>
              </a:ext>
            </a:extLst>
          </p:cNvPr>
          <p:cNvSpPr/>
          <p:nvPr/>
        </p:nvSpPr>
        <p:spPr>
          <a:xfrm>
            <a:off x="9946098" y="7689168"/>
            <a:ext cx="2410800" cy="216736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774F3E31-8F85-7DC1-FE80-F7EBB8F71207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Terminar tsunami e earthquake spawners.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2E70AA5A-8D44-4BAA-3E72-972613D1910B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catástrofes naturais.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D35345B3-FE6D-E59C-3F4E-4B74316595DA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C26CAFA7-BD7F-EA68-2370-3B25E91E09FB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9174B470-1A69-92FC-6E0D-8AF9B2BEDEE6}"/>
              </a:ext>
            </a:extLst>
          </p:cNvPr>
          <p:cNvSpPr/>
          <p:nvPr/>
        </p:nvSpPr>
        <p:spPr>
          <a:xfrm>
            <a:off x="5863765" y="7700804"/>
            <a:ext cx="2419062" cy="23302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F39CEA7E-4E17-50F6-F35B-E895C4342806}"/>
              </a:ext>
            </a:extLst>
          </p:cNvPr>
          <p:cNvSpPr/>
          <p:nvPr/>
        </p:nvSpPr>
        <p:spPr>
          <a:xfrm>
            <a:off x="270828" y="85313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T5: Fazer as tarefas do milestone3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F20C3E3A-2108-DC73-BF32-B631880FD8E8}"/>
              </a:ext>
            </a:extLst>
          </p:cNvPr>
          <p:cNvSpPr/>
          <p:nvPr/>
        </p:nvSpPr>
        <p:spPr>
          <a:xfrm>
            <a:off x="8388135" y="768737"/>
            <a:ext cx="1300278" cy="926228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US5: como membro da equipa quero completar as tarefas do milestone 3 referentes às implementações que acrescentei ao jogo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62749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884D502-D4C4-17F2-FE05-280E2B8DF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FC4121-F5F6-EDEC-9389-54E1D67E0D66}"/>
              </a:ext>
            </a:extLst>
          </p:cNvPr>
          <p:cNvCxnSpPr/>
          <p:nvPr/>
        </p:nvCxnSpPr>
        <p:spPr>
          <a:xfrm>
            <a:off x="5758457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D3830E6E-A456-21D7-725F-8EAEBFFA42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3C776D20-B739-25DA-7782-B9CA3E7A5F11}"/>
              </a:ext>
            </a:extLst>
          </p:cNvPr>
          <p:cNvSpPr/>
          <p:nvPr/>
        </p:nvSpPr>
        <p:spPr>
          <a:xfrm>
            <a:off x="6281635" y="84312"/>
            <a:ext cx="3406779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5850BBAC-18F9-8239-C708-5D906E8895FA}"/>
              </a:ext>
            </a:extLst>
          </p:cNvPr>
          <p:cNvSpPr/>
          <p:nvPr/>
        </p:nvSpPr>
        <p:spPr>
          <a:xfrm>
            <a:off x="9896006" y="121794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D2AF685-26E4-0E31-8D24-B8ADB1634FC0}"/>
              </a:ext>
            </a:extLst>
          </p:cNvPr>
          <p:cNvSpPr/>
          <p:nvPr/>
        </p:nvSpPr>
        <p:spPr>
          <a:xfrm>
            <a:off x="12758767" y="136415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5BBF2C7-18A8-7AAD-B77A-9BBC70D28C5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C17420-9F7C-55A5-9027-6C9ABA1B0DA5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0AA4A37-E3FC-D0D8-F541-C0268B9A6A61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5630DD10-CC98-B8DD-3E1B-615AE34FC60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15D1424-8A4F-1FE9-220C-61BD0365C743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2FD37CA-ECE5-DC4E-0E69-0F914A3B865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3A03627-502D-3E18-C334-49127C3E8E66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0EB0C5B-130D-E80D-8B82-3F86A7E1A423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2D1E791E-AEC1-79F4-D100-B1A69ECC7F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97578CF-74EE-FB0B-5FFE-31CDD200058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DA7F0F-474D-DC08-11AB-BAAFB0A62A93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783755-5E3C-B531-9C95-73461D289697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F90A49D1-CBE8-B77F-68A9-D787B79A9D9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55F4D89F-1EA0-A3DE-91CF-267F6454FB1D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B5A6A0E-E9DA-3120-E027-A7EEDF101FF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532E309-5929-93E1-D5B4-A551C1F4C51D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48708324-E0A0-5213-3A3C-301AC91C451C}"/>
              </a:ext>
            </a:extLst>
          </p:cNvPr>
          <p:cNvSpPr/>
          <p:nvPr/>
        </p:nvSpPr>
        <p:spPr>
          <a:xfrm>
            <a:off x="5839417" y="3639469"/>
            <a:ext cx="2443410" cy="21064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terminar tsunami e earthquake spawners, no que toca às suas animações bem como alguma lógica de movimento de “builds”.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40CFB6B6-521E-AE64-AE96-2272B1A7717A}"/>
              </a:ext>
            </a:extLst>
          </p:cNvPr>
          <p:cNvSpPr/>
          <p:nvPr/>
        </p:nvSpPr>
        <p:spPr>
          <a:xfrm>
            <a:off x="5839417" y="5783003"/>
            <a:ext cx="2443410" cy="184356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catastrofes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CCD46F56-3C51-6A3C-0C88-451996AC6655}"/>
              </a:ext>
            </a:extLst>
          </p:cNvPr>
          <p:cNvSpPr/>
          <p:nvPr/>
        </p:nvSpPr>
        <p:spPr>
          <a:xfrm>
            <a:off x="5839417" y="768737"/>
            <a:ext cx="2398246" cy="281731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ecriar uma interface apelativa para o jogador, bem como finalizar as waves do modo semanal.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247313A-D8EF-9713-6623-0E758F057BED}"/>
              </a:ext>
            </a:extLst>
          </p:cNvPr>
          <p:cNvSpPr/>
          <p:nvPr/>
        </p:nvSpPr>
        <p:spPr>
          <a:xfrm>
            <a:off x="12758767" y="3997472"/>
            <a:ext cx="2449608" cy="115548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DEC6349A-3B21-DE30-1869-6ABBAE6E0099}"/>
              </a:ext>
            </a:extLst>
          </p:cNvPr>
          <p:cNvSpPr/>
          <p:nvPr/>
        </p:nvSpPr>
        <p:spPr>
          <a:xfrm>
            <a:off x="12797575" y="5795890"/>
            <a:ext cx="2410800" cy="11126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E80262C6-9266-606F-D9EE-27119EE22BFA}"/>
              </a:ext>
            </a:extLst>
          </p:cNvPr>
          <p:cNvSpPr/>
          <p:nvPr/>
        </p:nvSpPr>
        <p:spPr>
          <a:xfrm>
            <a:off x="15532407" y="1077944"/>
            <a:ext cx="2410800" cy="236442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654D7C70-80B2-69D0-2411-A7CF48D17290}"/>
              </a:ext>
            </a:extLst>
          </p:cNvPr>
          <p:cNvSpPr/>
          <p:nvPr/>
        </p:nvSpPr>
        <p:spPr>
          <a:xfrm>
            <a:off x="12797575" y="7626572"/>
            <a:ext cx="2410800" cy="2056805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6E8390E4-399A-DF49-E4D5-147AD22F7ADF}"/>
              </a:ext>
            </a:extLst>
          </p:cNvPr>
          <p:cNvSpPr/>
          <p:nvPr/>
        </p:nvSpPr>
        <p:spPr>
          <a:xfrm>
            <a:off x="5863765" y="7700804"/>
            <a:ext cx="2419062" cy="23302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7D41EB2D-0BD1-9CFB-2A02-1FFEA0E5321A}"/>
              </a:ext>
            </a:extLst>
          </p:cNvPr>
          <p:cNvSpPr/>
          <p:nvPr/>
        </p:nvSpPr>
        <p:spPr>
          <a:xfrm>
            <a:off x="8388135" y="768737"/>
            <a:ext cx="1300278" cy="926228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US5: como membro da equipa quero completar as tarefas do milestone 3 referentes às implementações que acrescentei ao jogo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57224E8B-A947-5DAE-85EE-62DC2AB5CEBD}"/>
              </a:ext>
            </a:extLst>
          </p:cNvPr>
          <p:cNvSpPr/>
          <p:nvPr/>
        </p:nvSpPr>
        <p:spPr>
          <a:xfrm>
            <a:off x="12758767" y="1077943"/>
            <a:ext cx="2410800" cy="237693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BB385921-257B-DE86-B1AA-DE2114A8AF79}"/>
              </a:ext>
            </a:extLst>
          </p:cNvPr>
          <p:cNvSpPr/>
          <p:nvPr/>
        </p:nvSpPr>
        <p:spPr>
          <a:xfrm>
            <a:off x="9998786" y="3997472"/>
            <a:ext cx="2410800" cy="593826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28635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0B08FDD-9788-56F0-A14B-47622BE0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FF3DF361-9E05-5329-DDF8-8C4220280652}"/>
              </a:ext>
            </a:extLst>
          </p:cNvPr>
          <p:cNvCxnSpPr/>
          <p:nvPr/>
        </p:nvCxnSpPr>
        <p:spPr>
          <a:xfrm>
            <a:off x="5758457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483FC68F-B23B-9F79-1777-E75A56A5B90B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07E8E29-705C-DFBA-FAB0-5C8D64690A6C}"/>
              </a:ext>
            </a:extLst>
          </p:cNvPr>
          <p:cNvSpPr/>
          <p:nvPr/>
        </p:nvSpPr>
        <p:spPr>
          <a:xfrm>
            <a:off x="6281635" y="84312"/>
            <a:ext cx="3406779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EB22822B-1C79-DBCC-610C-4D4516E406BE}"/>
              </a:ext>
            </a:extLst>
          </p:cNvPr>
          <p:cNvSpPr/>
          <p:nvPr/>
        </p:nvSpPr>
        <p:spPr>
          <a:xfrm>
            <a:off x="9896006" y="121794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13ED885A-FD95-0B1B-4F17-ACF55E09BFB3}"/>
              </a:ext>
            </a:extLst>
          </p:cNvPr>
          <p:cNvSpPr/>
          <p:nvPr/>
        </p:nvSpPr>
        <p:spPr>
          <a:xfrm>
            <a:off x="12758767" y="136415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E1869F0-5E5B-590C-B212-5C62FB0E8E67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10B6CAB3-AF2F-5483-CD6A-5822A56F13B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F087BA1-C5D2-192E-6B81-D36F6B2F911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B521640-ACBC-27C7-BED0-535BDC8C8F8D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DFEFDB1B-C7B5-C2F0-5A78-96BD9D3E15DB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C5598281-C186-ED93-0B9E-FA71813E06BF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B449461E-7A61-54FE-B440-D3BC861F004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AE63AC8-C98F-9423-6E0B-6B9E14123968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C2826A-7F19-DC95-B194-FDF0D40C709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9C93E015-7270-C5F6-A541-70EE13764530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838924A-098B-2C1A-59C6-C1A5C5FD3FD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FAE8CC2-9B8F-011E-0950-6AF8FC09AFD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D614A066-B1BD-DE85-7351-F9564DCFB44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7886D51B-9465-B92B-BB2F-6119072AB61C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71FE21E-7A86-2434-5C3E-047D8A2E865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489C537E-393E-7D7F-35EE-6A063860A73D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39209C63-F3EA-7B0F-E723-B8E203519A60}"/>
              </a:ext>
            </a:extLst>
          </p:cNvPr>
          <p:cNvSpPr/>
          <p:nvPr/>
        </p:nvSpPr>
        <p:spPr>
          <a:xfrm>
            <a:off x="5839417" y="3639469"/>
            <a:ext cx="2443410" cy="21064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terminar tsunami e earthquake spawners, no que toca às suas animações bem como alguma lógica de movimento de “builds”.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F87CD37-A0ED-7E4E-AF7C-314DFD4CEB2F}"/>
              </a:ext>
            </a:extLst>
          </p:cNvPr>
          <p:cNvSpPr/>
          <p:nvPr/>
        </p:nvSpPr>
        <p:spPr>
          <a:xfrm>
            <a:off x="5839417" y="5783003"/>
            <a:ext cx="2443410" cy="184356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catastrofes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EA84CFE8-5331-7231-9E1A-C692D1681A2C}"/>
              </a:ext>
            </a:extLst>
          </p:cNvPr>
          <p:cNvSpPr/>
          <p:nvPr/>
        </p:nvSpPr>
        <p:spPr>
          <a:xfrm>
            <a:off x="5839417" y="768737"/>
            <a:ext cx="2398246" cy="281731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ecriar uma interface apelativa para o jogador, bem como finalizar as waves do modo semanal.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38C0A21B-D771-9F48-5406-2D717AECE14D}"/>
              </a:ext>
            </a:extLst>
          </p:cNvPr>
          <p:cNvSpPr/>
          <p:nvPr/>
        </p:nvSpPr>
        <p:spPr>
          <a:xfrm>
            <a:off x="18744555" y="3733376"/>
            <a:ext cx="2449608" cy="172987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3E13DAE9-6EB6-D15B-D9B4-C7703617DBFF}"/>
              </a:ext>
            </a:extLst>
          </p:cNvPr>
          <p:cNvSpPr/>
          <p:nvPr/>
        </p:nvSpPr>
        <p:spPr>
          <a:xfrm>
            <a:off x="18763959" y="5573260"/>
            <a:ext cx="2410800" cy="19261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53DD130E-0E2F-1F19-5C00-3B67D2BC462B}"/>
              </a:ext>
            </a:extLst>
          </p:cNvPr>
          <p:cNvSpPr/>
          <p:nvPr/>
        </p:nvSpPr>
        <p:spPr>
          <a:xfrm>
            <a:off x="18725151" y="1173063"/>
            <a:ext cx="2410800" cy="236442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CBF505A-F69D-739D-FD7C-0A6A5E20C3D3}"/>
              </a:ext>
            </a:extLst>
          </p:cNvPr>
          <p:cNvSpPr/>
          <p:nvPr/>
        </p:nvSpPr>
        <p:spPr>
          <a:xfrm>
            <a:off x="18744555" y="7644970"/>
            <a:ext cx="2410800" cy="2056805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50E12F45-982C-11AE-FEEF-80433E78BDD6}"/>
              </a:ext>
            </a:extLst>
          </p:cNvPr>
          <p:cNvSpPr/>
          <p:nvPr/>
        </p:nvSpPr>
        <p:spPr>
          <a:xfrm>
            <a:off x="5863765" y="7700804"/>
            <a:ext cx="2419062" cy="23302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C3A16EF-320A-9848-1017-DDD4AEEE72D9}"/>
              </a:ext>
            </a:extLst>
          </p:cNvPr>
          <p:cNvSpPr/>
          <p:nvPr/>
        </p:nvSpPr>
        <p:spPr>
          <a:xfrm>
            <a:off x="8388135" y="768737"/>
            <a:ext cx="1300278" cy="926228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US5: como membro da equipa quero completar as tarefas do milestone 3 referentes às implementações que acrescentei ao jogo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9922253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2881</Words>
  <Application>Microsoft Office PowerPoint</Application>
  <PresentationFormat>Custom</PresentationFormat>
  <Paragraphs>564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Tomás Silva</cp:lastModifiedBy>
  <cp:revision>17</cp:revision>
  <dcterms:modified xsi:type="dcterms:W3CDTF">2025-12-03T15:15:51Z</dcterms:modified>
</cp:coreProperties>
</file>