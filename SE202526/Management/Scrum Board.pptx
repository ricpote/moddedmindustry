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2" r:id="rId6"/>
    <p:sldId id="263" r:id="rId7"/>
    <p:sldId id="271" r:id="rId8"/>
    <p:sldId id="272" r:id="rId9"/>
    <p:sldId id="273" r:id="rId10"/>
    <p:sldId id="265" r:id="rId11"/>
    <p:sldId id="269" r:id="rId12"/>
    <p:sldId id="270" r:id="rId13"/>
    <p:sldId id="266" r:id="rId14"/>
    <p:sldId id="268" r:id="rId15"/>
    <p:sldId id="264" r:id="rId16"/>
    <p:sldId id="267" r:id="rId17"/>
  </p:sldIdLst>
  <p:sldSz cx="21599525" cy="1079976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402">
          <p15:clr>
            <a:srgbClr val="747775"/>
          </p15:clr>
        </p15:guide>
        <p15:guide id="2" pos="6803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258" y="78"/>
      </p:cViewPr>
      <p:guideLst>
        <p:guide orient="horz" pos="3402"/>
        <p:guide pos="680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850b307b58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850b307b58_0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850b307b5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850b307b58_0_1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850b307b58_0_1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067BC165-7FE9-9C13-993E-88E317AC3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D6BE503F-0D3A-9092-9967-FE38341ACB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CB1EC056-E2DF-043D-DAE6-96CBD3A5FB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13573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9D345207-4B9B-DBBB-D7D1-3FAF874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4587470D-AD96-40C5-CCE4-E41FF1A8E3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9F50DF53-8ED0-FC9B-12CE-6A0DD81767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74721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D5748BE4-2DEE-2ADD-18CF-9B1C3BB80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BF3B6BAC-5300-F84F-A861-D2EEB2558F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34AD2F16-2829-B007-AD07-8760783CF9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550067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0CA00273-3F04-9391-52AD-605DFE468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>
            <a:extLst>
              <a:ext uri="{FF2B5EF4-FFF2-40B4-BE49-F238E27FC236}">
                <a16:creationId xmlns:a16="http://schemas.microsoft.com/office/drawing/2014/main" id="{16BA3F99-B5B1-AC60-32DE-B6F8360DA4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>
            <a:extLst>
              <a:ext uri="{FF2B5EF4-FFF2-40B4-BE49-F238E27FC236}">
                <a16:creationId xmlns:a16="http://schemas.microsoft.com/office/drawing/2014/main" id="{1AD6EF15-17A7-6EFF-F02D-248CCDD420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141681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1836DAB9-CFCC-F167-8E7C-7ED18A002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3582DA3F-EC8D-C6ED-37FC-0FC5788EBE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4E236B4B-312C-8058-58D0-36C8E5E3C2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43866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5A31BB94-A786-6726-3A9A-E9AC3F19F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D5C91215-C23A-3F03-3D23-348ED56CD8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E240735F-3D97-53B0-D621-0AAFECA3BA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4407016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9EFE352A-EC05-5D6C-0A05-4D8065883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>
            <a:extLst>
              <a:ext uri="{FF2B5EF4-FFF2-40B4-BE49-F238E27FC236}">
                <a16:creationId xmlns:a16="http://schemas.microsoft.com/office/drawing/2014/main" id="{A289F313-2720-CC74-093A-2D2E04E839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>
            <a:extLst>
              <a:ext uri="{FF2B5EF4-FFF2-40B4-BE49-F238E27FC236}">
                <a16:creationId xmlns:a16="http://schemas.microsoft.com/office/drawing/2014/main" id="{E043782D-2724-7FD4-8D1A-F5F3211F9A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20317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A116704F-8E92-56A5-92D2-DC3DE248F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FEFC7ABA-3D67-D0C2-4704-F2FCDFF8A4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FC1C8150-F2D3-912C-4D29-A25DB18013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758630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477AF97E-BBB7-01EE-C84C-3520A11DD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4C561D66-5AED-1555-6E34-487A460A37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C1EFC72D-AE2D-A2E9-9BCD-42A34F495E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4315715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7BE5F236-438F-B60D-B10D-E2D5FFE71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F08961E3-FED8-D7BF-4DDB-D6EEDBE4DF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6726A4AD-56CA-5D30-58CC-40AF9DF0F4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536468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36319" y="1563412"/>
            <a:ext cx="20127600" cy="431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36299" y="5950919"/>
            <a:ext cx="20127600" cy="166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736299" y="4516220"/>
            <a:ext cx="20127600" cy="176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94485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11415118" y="2419895"/>
            <a:ext cx="94485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736299" y="1166614"/>
            <a:ext cx="6633000" cy="158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736299" y="2917795"/>
            <a:ext cx="6633000" cy="667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1158071" y="945197"/>
            <a:ext cx="15042000" cy="858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10800000" y="-262"/>
            <a:ext cx="10800000" cy="108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627165" y="2589344"/>
            <a:ext cx="9555900" cy="311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627165" y="5885722"/>
            <a:ext cx="9555900" cy="259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11668110" y="1520367"/>
            <a:ext cx="9063900" cy="775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736299" y="8883097"/>
            <a:ext cx="14170500" cy="127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736299" y="2322572"/>
            <a:ext cx="20127600" cy="412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736299" y="6618845"/>
            <a:ext cx="20127600" cy="273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59838" y="4015113"/>
            <a:ext cx="19880325" cy="276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4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4"/>
          <p:cNvSpPr/>
          <p:nvPr/>
        </p:nvSpPr>
        <p:spPr>
          <a:xfrm>
            <a:off x="814250" y="3300663"/>
            <a:ext cx="19971500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0" name="Google Shape;80;p1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2" name="Google Shape;82;p1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86" name="Google Shape;86;p15"/>
          <p:cNvSpPr/>
          <p:nvPr/>
        </p:nvSpPr>
        <p:spPr>
          <a:xfrm>
            <a:off x="167300" y="801800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US1: Analisar o código do jogo para perceber a implementação do jogo </a:t>
            </a:r>
          </a:p>
        </p:txBody>
      </p:sp>
      <p:cxnSp>
        <p:nvCxnSpPr>
          <p:cNvPr id="91" name="Google Shape;91;p1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2" name="Google Shape;92;p15"/>
          <p:cNvSpPr/>
          <p:nvPr/>
        </p:nvSpPr>
        <p:spPr>
          <a:xfrm>
            <a:off x="140775" y="2686900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compreender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suas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funcionalidades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partes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melhorar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Google Shape;97;p1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8" name="Google Shape;98;p1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9" name="Google Shape;99;p1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0" name="Google Shape;100;p1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1" name="Google Shape;101;p1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" name="Google Shape;102;p1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" name="Google Shape;103;p1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4" name="Google Shape;104;p1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1" name="Google Shape;111;p1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2" name="Google Shape;112;p1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3" name="Google Shape;113;p1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4" name="Google Shape;114;p1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5" name="Google Shape;115;p1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6" name="Google Shape;116;p1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19" name="Google Shape;119;p16"/>
          <p:cNvSpPr/>
          <p:nvPr/>
        </p:nvSpPr>
        <p:spPr>
          <a:xfrm>
            <a:off x="12423686" y="895319"/>
            <a:ext cx="2410800" cy="97114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sozinho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" name="Google Shape;121;p16"/>
          <p:cNvSpPr/>
          <p:nvPr/>
        </p:nvSpPr>
        <p:spPr>
          <a:xfrm>
            <a:off x="12395940" y="255285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22" name="Google Shape;122;p1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10C3275F-974C-ACB1-13E0-938D599F9D2F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6BA9D3FC-9F54-17D6-E3FB-7A1CAE1809F4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03849011-C058-3D79-4346-49A8EE4F11A8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6228C47D-5666-89FD-F0C6-9A56E1323038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1AB8CBA2-EA1E-DDF8-36C8-50DCE1007E0F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13545A6E-E850-65CA-A97B-5D3DDAB228E4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" name="Google Shape;86;p15">
            <a:extLst>
              <a:ext uri="{FF2B5EF4-FFF2-40B4-BE49-F238E27FC236}">
                <a16:creationId xmlns:a16="http://schemas.microsoft.com/office/drawing/2014/main" id="{C4EDBBC0-6414-BDEB-6E92-E8BDCC724877}"/>
              </a:ext>
            </a:extLst>
          </p:cNvPr>
          <p:cNvSpPr/>
          <p:nvPr/>
        </p:nvSpPr>
        <p:spPr>
          <a:xfrm>
            <a:off x="6039639" y="483485"/>
            <a:ext cx="2410800" cy="93543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Analisar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código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perceber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implementação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" name="Google Shape;92;p15">
            <a:extLst>
              <a:ext uri="{FF2B5EF4-FFF2-40B4-BE49-F238E27FC236}">
                <a16:creationId xmlns:a16="http://schemas.microsoft.com/office/drawing/2014/main" id="{D6838EF0-4333-4376-5303-D7B71437248E}"/>
              </a:ext>
            </a:extLst>
          </p:cNvPr>
          <p:cNvSpPr/>
          <p:nvPr/>
        </p:nvSpPr>
        <p:spPr>
          <a:xfrm>
            <a:off x="6482487" y="1703729"/>
            <a:ext cx="2884105" cy="8801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compreender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suas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funcionalidades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partes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melhorar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" name="Google Shape;121;p16">
            <a:extLst>
              <a:ext uri="{FF2B5EF4-FFF2-40B4-BE49-F238E27FC236}">
                <a16:creationId xmlns:a16="http://schemas.microsoft.com/office/drawing/2014/main" id="{72C78501-984B-CADC-16C4-22BD76B60780}"/>
              </a:ext>
            </a:extLst>
          </p:cNvPr>
          <p:cNvSpPr/>
          <p:nvPr/>
        </p:nvSpPr>
        <p:spPr>
          <a:xfrm>
            <a:off x="12423686" y="421039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" name="Google Shape;119;p16">
            <a:extLst>
              <a:ext uri="{FF2B5EF4-FFF2-40B4-BE49-F238E27FC236}">
                <a16:creationId xmlns:a16="http://schemas.microsoft.com/office/drawing/2014/main" id="{03191D5B-1D6E-C18C-E842-863D2458F674}"/>
              </a:ext>
            </a:extLst>
          </p:cNvPr>
          <p:cNvSpPr/>
          <p:nvPr/>
        </p:nvSpPr>
        <p:spPr>
          <a:xfrm>
            <a:off x="12423686" y="5867933"/>
            <a:ext cx="2410800" cy="97114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sozinho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" name="Google Shape;121;p16">
            <a:extLst>
              <a:ext uri="{FF2B5EF4-FFF2-40B4-BE49-F238E27FC236}">
                <a16:creationId xmlns:a16="http://schemas.microsoft.com/office/drawing/2014/main" id="{542E4AF7-76FE-6408-B4F7-BFBE3ECBB3B4}"/>
              </a:ext>
            </a:extLst>
          </p:cNvPr>
          <p:cNvSpPr/>
          <p:nvPr/>
        </p:nvSpPr>
        <p:spPr>
          <a:xfrm>
            <a:off x="12423686" y="747712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" name="Google Shape;121;p16">
            <a:extLst>
              <a:ext uri="{FF2B5EF4-FFF2-40B4-BE49-F238E27FC236}">
                <a16:creationId xmlns:a16="http://schemas.microsoft.com/office/drawing/2014/main" id="{B7F3A973-1BD2-8BD1-00C2-1473628BCCAE}"/>
              </a:ext>
            </a:extLst>
          </p:cNvPr>
          <p:cNvSpPr/>
          <p:nvPr/>
        </p:nvSpPr>
        <p:spPr>
          <a:xfrm>
            <a:off x="12533223" y="911909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" name="Google Shape;121;p16">
            <a:extLst>
              <a:ext uri="{FF2B5EF4-FFF2-40B4-BE49-F238E27FC236}">
                <a16:creationId xmlns:a16="http://schemas.microsoft.com/office/drawing/2014/main" id="{B28EE210-AFF1-127B-4A94-B1E57301519E}"/>
              </a:ext>
            </a:extLst>
          </p:cNvPr>
          <p:cNvSpPr/>
          <p:nvPr/>
        </p:nvSpPr>
        <p:spPr>
          <a:xfrm>
            <a:off x="12395940" y="154834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" name="Google Shape;121;p16">
            <a:extLst>
              <a:ext uri="{FF2B5EF4-FFF2-40B4-BE49-F238E27FC236}">
                <a16:creationId xmlns:a16="http://schemas.microsoft.com/office/drawing/2014/main" id="{FD6C5F93-A42F-FBF8-C0CD-E683589E0A29}"/>
              </a:ext>
            </a:extLst>
          </p:cNvPr>
          <p:cNvSpPr/>
          <p:nvPr/>
        </p:nvSpPr>
        <p:spPr>
          <a:xfrm>
            <a:off x="12395940" y="648175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96B10459-F091-8BD7-0174-21989C1953E4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BA8395EB-09B5-5BD4-87E9-A631B2CA8FD8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45CC5B86-B5CD-22B3-D944-A01F99E5118B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A2D570B4-C341-94D8-8941-1EC6CB257606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E2ABB166-7562-45F2-886D-818BA281D82C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53A14468-D7EC-D456-306B-1E0CD7076491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BF37F1D9-5F4C-1658-D7B0-40E44238BC55}"/>
              </a:ext>
            </a:extLst>
          </p:cNvPr>
          <p:cNvSpPr/>
          <p:nvPr/>
        </p:nvSpPr>
        <p:spPr>
          <a:xfrm>
            <a:off x="6039639" y="483485"/>
            <a:ext cx="2410800" cy="93543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Analisar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código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perceber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implementação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3419BF31-0416-CB30-2E64-E707627163D1}"/>
              </a:ext>
            </a:extLst>
          </p:cNvPr>
          <p:cNvSpPr/>
          <p:nvPr/>
        </p:nvSpPr>
        <p:spPr>
          <a:xfrm>
            <a:off x="6482487" y="1703729"/>
            <a:ext cx="2884105" cy="8801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compreender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suas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funcionalidades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partes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melhorar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" name="Google Shape;119;p16">
            <a:extLst>
              <a:ext uri="{FF2B5EF4-FFF2-40B4-BE49-F238E27FC236}">
                <a16:creationId xmlns:a16="http://schemas.microsoft.com/office/drawing/2014/main" id="{F6C24B26-0C1D-78F9-FD22-CFEB6BDFAFA9}"/>
              </a:ext>
            </a:extLst>
          </p:cNvPr>
          <p:cNvSpPr/>
          <p:nvPr/>
        </p:nvSpPr>
        <p:spPr>
          <a:xfrm>
            <a:off x="12395940" y="806837"/>
            <a:ext cx="2410800" cy="97114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sozinho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121;p16">
            <a:extLst>
              <a:ext uri="{FF2B5EF4-FFF2-40B4-BE49-F238E27FC236}">
                <a16:creationId xmlns:a16="http://schemas.microsoft.com/office/drawing/2014/main" id="{D17311D6-92C3-7CB6-6BE1-2011597AA55D}"/>
              </a:ext>
            </a:extLst>
          </p:cNvPr>
          <p:cNvSpPr/>
          <p:nvPr/>
        </p:nvSpPr>
        <p:spPr>
          <a:xfrm>
            <a:off x="12395940" y="255285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121;p16">
            <a:extLst>
              <a:ext uri="{FF2B5EF4-FFF2-40B4-BE49-F238E27FC236}">
                <a16:creationId xmlns:a16="http://schemas.microsoft.com/office/drawing/2014/main" id="{A7BCFFCE-AC48-26E5-E0C6-56E157049767}"/>
              </a:ext>
            </a:extLst>
          </p:cNvPr>
          <p:cNvSpPr/>
          <p:nvPr/>
        </p:nvSpPr>
        <p:spPr>
          <a:xfrm>
            <a:off x="12423686" y="421039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119;p16">
            <a:extLst>
              <a:ext uri="{FF2B5EF4-FFF2-40B4-BE49-F238E27FC236}">
                <a16:creationId xmlns:a16="http://schemas.microsoft.com/office/drawing/2014/main" id="{1C348353-94B9-483E-52C9-F91AE1C3FF40}"/>
              </a:ext>
            </a:extLst>
          </p:cNvPr>
          <p:cNvSpPr/>
          <p:nvPr/>
        </p:nvSpPr>
        <p:spPr>
          <a:xfrm>
            <a:off x="18881636" y="5142119"/>
            <a:ext cx="2410800" cy="97114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sozinho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Review: 67912</a:t>
            </a:r>
          </a:p>
        </p:txBody>
      </p:sp>
      <p:sp>
        <p:nvSpPr>
          <p:cNvPr id="17" name="Google Shape;121;p16">
            <a:extLst>
              <a:ext uri="{FF2B5EF4-FFF2-40B4-BE49-F238E27FC236}">
                <a16:creationId xmlns:a16="http://schemas.microsoft.com/office/drawing/2014/main" id="{666FF84F-8CA9-3ECD-2DE6-D8F10C079CF2}"/>
              </a:ext>
            </a:extLst>
          </p:cNvPr>
          <p:cNvSpPr/>
          <p:nvPr/>
        </p:nvSpPr>
        <p:spPr>
          <a:xfrm>
            <a:off x="12423686" y="747712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" name="Google Shape;121;p16">
            <a:extLst>
              <a:ext uri="{FF2B5EF4-FFF2-40B4-BE49-F238E27FC236}">
                <a16:creationId xmlns:a16="http://schemas.microsoft.com/office/drawing/2014/main" id="{C6A08805-3469-1EBF-A2CD-1539BE005156}"/>
              </a:ext>
            </a:extLst>
          </p:cNvPr>
          <p:cNvSpPr/>
          <p:nvPr/>
        </p:nvSpPr>
        <p:spPr>
          <a:xfrm>
            <a:off x="12533223" y="911909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121;p16">
            <a:extLst>
              <a:ext uri="{FF2B5EF4-FFF2-40B4-BE49-F238E27FC236}">
                <a16:creationId xmlns:a16="http://schemas.microsoft.com/office/drawing/2014/main" id="{7AA3A4D7-6AAE-546E-80E6-F36C12B61CC5}"/>
              </a:ext>
            </a:extLst>
          </p:cNvPr>
          <p:cNvSpPr/>
          <p:nvPr/>
        </p:nvSpPr>
        <p:spPr>
          <a:xfrm>
            <a:off x="12395940" y="154834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121;p16">
            <a:extLst>
              <a:ext uri="{FF2B5EF4-FFF2-40B4-BE49-F238E27FC236}">
                <a16:creationId xmlns:a16="http://schemas.microsoft.com/office/drawing/2014/main" id="{6B81AD6F-AD88-3615-0624-BCF78BE8A3FA}"/>
              </a:ext>
            </a:extLst>
          </p:cNvPr>
          <p:cNvSpPr/>
          <p:nvPr/>
        </p:nvSpPr>
        <p:spPr>
          <a:xfrm>
            <a:off x="12395940" y="648175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121;p16">
            <a:extLst>
              <a:ext uri="{FF2B5EF4-FFF2-40B4-BE49-F238E27FC236}">
                <a16:creationId xmlns:a16="http://schemas.microsoft.com/office/drawing/2014/main" id="{FF8D46D3-1F42-0355-B466-7668E42E1D39}"/>
              </a:ext>
            </a:extLst>
          </p:cNvPr>
          <p:cNvSpPr/>
          <p:nvPr/>
        </p:nvSpPr>
        <p:spPr>
          <a:xfrm>
            <a:off x="18881636" y="603250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: 68338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/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26F6B1A5-530A-7D14-84C5-38B919B7E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9627B92C-3A76-8D86-14B7-46468DA92331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9DA96BA0-7FD8-366D-4A2A-3F30C1196552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9F6C08F8-AA24-87FC-FB41-92BB662435B6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231074F9-5C4B-D82C-5434-A9F76A977924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0FEA4898-BE22-EF3F-C513-7C53A31199E4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EDA74A1E-92DB-4036-188D-2A6F830F4A22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C76DD4F2-064B-1CE6-9492-111135C7FA19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9766D88F-8AAA-2510-A119-16D02D93AA55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03A9C90C-6436-D395-CFB0-407203B36A53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E7DA149D-EA98-3366-3CF5-C2D14DF8D2A3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6828503F-9BBB-5BFF-09FB-86D5371D05FE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EC4B502C-C33A-22DF-AC20-301729EAF66C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21C452E4-B2BD-2D28-3921-CA9033E3053B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1656A74E-A0F2-8AEB-F552-47630351D1AD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814ACE76-B58C-E09D-A53A-E571B337483E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D2B031F4-3657-93C5-A61D-975E0E70966D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EE836C3D-9FDA-D035-74A9-C5E9E71AEC53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543EE0EB-BA76-8B16-1CFA-0EEC44FE1220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0CF7AD2D-01DC-C059-ED44-3AB02CE1BCD7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5FCB2858-8D2C-65C2-953A-2BE10D11CBD6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BF38ED02-DAD9-E809-001F-89170E08E9EE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C4705692-275B-8077-0120-5C32748C6540}"/>
              </a:ext>
            </a:extLst>
          </p:cNvPr>
          <p:cNvSpPr/>
          <p:nvPr/>
        </p:nvSpPr>
        <p:spPr>
          <a:xfrm>
            <a:off x="6355226" y="1626037"/>
            <a:ext cx="2659847" cy="787950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US3:Realisar User Stories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pedidas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pelo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professor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F2A817F9-7D5D-FC9E-4C98-24F9D84A7279}"/>
              </a:ext>
            </a:extLst>
          </p:cNvPr>
          <p:cNvSpPr/>
          <p:nvPr/>
        </p:nvSpPr>
        <p:spPr>
          <a:xfrm>
            <a:off x="9466496" y="1626036"/>
            <a:ext cx="2310371" cy="787950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T1:Criar User Stories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121;p16">
            <a:extLst>
              <a:ext uri="{FF2B5EF4-FFF2-40B4-BE49-F238E27FC236}">
                <a16:creationId xmlns:a16="http://schemas.microsoft.com/office/drawing/2014/main" id="{F564865E-26B6-7D61-CB2C-15DD9373C324}"/>
              </a:ext>
            </a:extLst>
          </p:cNvPr>
          <p:cNvSpPr/>
          <p:nvPr/>
        </p:nvSpPr>
        <p:spPr>
          <a:xfrm>
            <a:off x="12395940" y="432532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121;p16">
            <a:extLst>
              <a:ext uri="{FF2B5EF4-FFF2-40B4-BE49-F238E27FC236}">
                <a16:creationId xmlns:a16="http://schemas.microsoft.com/office/drawing/2014/main" id="{686BB324-BACD-0CF4-867D-A8138FAE8DCF}"/>
              </a:ext>
            </a:extLst>
          </p:cNvPr>
          <p:cNvSpPr/>
          <p:nvPr/>
        </p:nvSpPr>
        <p:spPr>
          <a:xfrm>
            <a:off x="12423686" y="1183219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121;p16">
            <a:extLst>
              <a:ext uri="{FF2B5EF4-FFF2-40B4-BE49-F238E27FC236}">
                <a16:creationId xmlns:a16="http://schemas.microsoft.com/office/drawing/2014/main" id="{A061879B-544A-4210-FCB0-E25E52D14690}"/>
              </a:ext>
            </a:extLst>
          </p:cNvPr>
          <p:cNvSpPr/>
          <p:nvPr/>
        </p:nvSpPr>
        <p:spPr>
          <a:xfrm>
            <a:off x="12423686" y="601041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121;p16">
            <a:extLst>
              <a:ext uri="{FF2B5EF4-FFF2-40B4-BE49-F238E27FC236}">
                <a16:creationId xmlns:a16="http://schemas.microsoft.com/office/drawing/2014/main" id="{8FA3E7F8-3175-0B3C-41AE-A385A72CD181}"/>
              </a:ext>
            </a:extLst>
          </p:cNvPr>
          <p:cNvSpPr/>
          <p:nvPr/>
        </p:nvSpPr>
        <p:spPr>
          <a:xfrm>
            <a:off x="12395940" y="283106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121;p16">
            <a:extLst>
              <a:ext uri="{FF2B5EF4-FFF2-40B4-BE49-F238E27FC236}">
                <a16:creationId xmlns:a16="http://schemas.microsoft.com/office/drawing/2014/main" id="{4A9EC2AB-01EB-0355-CB4D-8BF4D546EC04}"/>
              </a:ext>
            </a:extLst>
          </p:cNvPr>
          <p:cNvSpPr/>
          <p:nvPr/>
        </p:nvSpPr>
        <p:spPr>
          <a:xfrm>
            <a:off x="12423686" y="750175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5842F415-AE3E-2B55-98A6-CE87F76AD52B}"/>
              </a:ext>
            </a:extLst>
          </p:cNvPr>
          <p:cNvSpPr/>
          <p:nvPr/>
        </p:nvSpPr>
        <p:spPr>
          <a:xfrm>
            <a:off x="12423686" y="907470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4323866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ECEF05F9-EAE6-57DB-31ED-02955AA4D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63D09B35-84C4-3337-2765-8B60BDE839CE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8B3222B0-CF9D-8ECC-6424-B20985A3B1C0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D1F963FD-89E5-9ACD-A105-BF5FAA8C5DAA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F160E27E-B035-2B5B-207E-88C212C86EF3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3F8E83EE-F61A-ADA4-2FEC-F3574D029DA8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400425EE-17B7-E798-2A84-E605C01AB089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33CD7CC6-F58F-11E3-CFDC-51042460C813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5F9F0E38-5B8A-6EF0-3221-7A7C9DB6BA6B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63977317-41B0-5DAD-396B-786BBBE1E3E0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E087E9ED-EB0A-1C6A-B9F6-DCE26EF4BB13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7383CD30-225D-AEEA-E4F6-37A09698F997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8B40ABD8-7083-E59A-1A20-603D1825A801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FF0AF670-917C-56B8-10EB-D9E83E5ACA56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D5EB3F2E-9E45-50D1-BEF3-D7053591CA72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F03D351B-17F2-25FF-997A-DAA7D659AEDE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13A32B8F-6852-159C-41B5-F95BB96F169C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7CD0FA10-CBD3-4784-EC5F-02E0932066B2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BAE98AAF-BFA7-B939-D414-E30F98A7E370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FB185D00-98E0-78F4-250F-575129FF3FD5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41B2EB9E-B27B-4036-E1FC-DA78AB5A1205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0A63CCA8-FA53-DBE4-D112-6467F16A9587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FEB2FE80-D1F2-B4AE-0907-70620A8FDA89}"/>
              </a:ext>
            </a:extLst>
          </p:cNvPr>
          <p:cNvSpPr/>
          <p:nvPr/>
        </p:nvSpPr>
        <p:spPr>
          <a:xfrm>
            <a:off x="6072190" y="1626037"/>
            <a:ext cx="2942884" cy="787950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US3:Realisar User Stories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pedidas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pelo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professor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1F8162CA-A262-1CCB-EAA4-76306212064C}"/>
              </a:ext>
            </a:extLst>
          </p:cNvPr>
          <p:cNvSpPr/>
          <p:nvPr/>
        </p:nvSpPr>
        <p:spPr>
          <a:xfrm>
            <a:off x="12446154" y="717865"/>
            <a:ext cx="2310371" cy="248407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T1.1:Criar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121;p16">
            <a:extLst>
              <a:ext uri="{FF2B5EF4-FFF2-40B4-BE49-F238E27FC236}">
                <a16:creationId xmlns:a16="http://schemas.microsoft.com/office/drawing/2014/main" id="{E921A252-7955-D01D-FD8D-42E129EC904A}"/>
              </a:ext>
            </a:extLst>
          </p:cNvPr>
          <p:cNvSpPr/>
          <p:nvPr/>
        </p:nvSpPr>
        <p:spPr>
          <a:xfrm>
            <a:off x="18668888" y="431563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121;p16">
            <a:extLst>
              <a:ext uri="{FF2B5EF4-FFF2-40B4-BE49-F238E27FC236}">
                <a16:creationId xmlns:a16="http://schemas.microsoft.com/office/drawing/2014/main" id="{6F7CA28E-CC0D-42F9-9D00-BFE71B7B1A18}"/>
              </a:ext>
            </a:extLst>
          </p:cNvPr>
          <p:cNvSpPr/>
          <p:nvPr/>
        </p:nvSpPr>
        <p:spPr>
          <a:xfrm>
            <a:off x="18696634" y="1173526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121;p16">
            <a:extLst>
              <a:ext uri="{FF2B5EF4-FFF2-40B4-BE49-F238E27FC236}">
                <a16:creationId xmlns:a16="http://schemas.microsoft.com/office/drawing/2014/main" id="{C887AFC7-F2B3-9B57-16D4-01BF729F4C8B}"/>
              </a:ext>
            </a:extLst>
          </p:cNvPr>
          <p:cNvSpPr/>
          <p:nvPr/>
        </p:nvSpPr>
        <p:spPr>
          <a:xfrm>
            <a:off x="18696634" y="600072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121;p16">
            <a:extLst>
              <a:ext uri="{FF2B5EF4-FFF2-40B4-BE49-F238E27FC236}">
                <a16:creationId xmlns:a16="http://schemas.microsoft.com/office/drawing/2014/main" id="{FD6480E3-5EC4-48DA-7797-9B4E0BA4A2E3}"/>
              </a:ext>
            </a:extLst>
          </p:cNvPr>
          <p:cNvSpPr/>
          <p:nvPr/>
        </p:nvSpPr>
        <p:spPr>
          <a:xfrm>
            <a:off x="18668888" y="2821374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121;p16">
            <a:extLst>
              <a:ext uri="{FF2B5EF4-FFF2-40B4-BE49-F238E27FC236}">
                <a16:creationId xmlns:a16="http://schemas.microsoft.com/office/drawing/2014/main" id="{2BC40804-6862-0D08-4B9D-4E1FFE04ABA5}"/>
              </a:ext>
            </a:extLst>
          </p:cNvPr>
          <p:cNvSpPr/>
          <p:nvPr/>
        </p:nvSpPr>
        <p:spPr>
          <a:xfrm>
            <a:off x="18696634" y="7492064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6FAC8EF4-23A2-32A3-2468-A5797F201982}"/>
              </a:ext>
            </a:extLst>
          </p:cNvPr>
          <p:cNvSpPr/>
          <p:nvPr/>
        </p:nvSpPr>
        <p:spPr>
          <a:xfrm>
            <a:off x="18696634" y="906501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" name="Google Shape;92;p15">
            <a:extLst>
              <a:ext uri="{FF2B5EF4-FFF2-40B4-BE49-F238E27FC236}">
                <a16:creationId xmlns:a16="http://schemas.microsoft.com/office/drawing/2014/main" id="{BEE15E5D-0AEE-E6D5-9633-22B1D9329164}"/>
              </a:ext>
            </a:extLst>
          </p:cNvPr>
          <p:cNvSpPr/>
          <p:nvPr/>
        </p:nvSpPr>
        <p:spPr>
          <a:xfrm>
            <a:off x="15598539" y="717864"/>
            <a:ext cx="2310371" cy="248407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T1.3:Criar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92;p15">
            <a:extLst>
              <a:ext uri="{FF2B5EF4-FFF2-40B4-BE49-F238E27FC236}">
                <a16:creationId xmlns:a16="http://schemas.microsoft.com/office/drawing/2014/main" id="{5E8C4DA2-5CD9-CA1C-349B-401FEA77095E}"/>
              </a:ext>
            </a:extLst>
          </p:cNvPr>
          <p:cNvSpPr/>
          <p:nvPr/>
        </p:nvSpPr>
        <p:spPr>
          <a:xfrm>
            <a:off x="12446153" y="3442368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T1.3:Criar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92;p15">
            <a:extLst>
              <a:ext uri="{FF2B5EF4-FFF2-40B4-BE49-F238E27FC236}">
                <a16:creationId xmlns:a16="http://schemas.microsoft.com/office/drawing/2014/main" id="{A6043313-224A-8344-2850-F9C047C7DB82}"/>
              </a:ext>
            </a:extLst>
          </p:cNvPr>
          <p:cNvSpPr/>
          <p:nvPr/>
        </p:nvSpPr>
        <p:spPr>
          <a:xfrm>
            <a:off x="15632836" y="3465963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" name="Google Shape;92;p15">
            <a:extLst>
              <a:ext uri="{FF2B5EF4-FFF2-40B4-BE49-F238E27FC236}">
                <a16:creationId xmlns:a16="http://schemas.microsoft.com/office/drawing/2014/main" id="{7A596617-3262-88FA-7B48-B65E03170D91}"/>
              </a:ext>
            </a:extLst>
          </p:cNvPr>
          <p:cNvSpPr/>
          <p:nvPr/>
        </p:nvSpPr>
        <p:spPr>
          <a:xfrm>
            <a:off x="12395940" y="5020407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" name="Google Shape;92;p15">
            <a:extLst>
              <a:ext uri="{FF2B5EF4-FFF2-40B4-BE49-F238E27FC236}">
                <a16:creationId xmlns:a16="http://schemas.microsoft.com/office/drawing/2014/main" id="{1D06271C-CE62-F9E8-CFFD-AF79848A42D1}"/>
              </a:ext>
            </a:extLst>
          </p:cNvPr>
          <p:cNvSpPr/>
          <p:nvPr/>
        </p:nvSpPr>
        <p:spPr>
          <a:xfrm>
            <a:off x="15626285" y="5020407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T1.1:Criar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A4B72711-5579-0E87-3F59-4AFB7D4ED3FD}"/>
              </a:ext>
            </a:extLst>
          </p:cNvPr>
          <p:cNvSpPr/>
          <p:nvPr/>
        </p:nvSpPr>
        <p:spPr>
          <a:xfrm>
            <a:off x="12395939" y="6594170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T1.3:Criar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" name="Google Shape;92;p15">
            <a:extLst>
              <a:ext uri="{FF2B5EF4-FFF2-40B4-BE49-F238E27FC236}">
                <a16:creationId xmlns:a16="http://schemas.microsoft.com/office/drawing/2014/main" id="{E2D4B511-991F-63D0-B977-AF4A290D7FFF}"/>
              </a:ext>
            </a:extLst>
          </p:cNvPr>
          <p:cNvSpPr/>
          <p:nvPr/>
        </p:nvSpPr>
        <p:spPr>
          <a:xfrm>
            <a:off x="12395939" y="8180882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92;p15">
            <a:extLst>
              <a:ext uri="{FF2B5EF4-FFF2-40B4-BE49-F238E27FC236}">
                <a16:creationId xmlns:a16="http://schemas.microsoft.com/office/drawing/2014/main" id="{298E6518-9696-A198-1848-B0CDE1F095FF}"/>
              </a:ext>
            </a:extLst>
          </p:cNvPr>
          <p:cNvSpPr/>
          <p:nvPr/>
        </p:nvSpPr>
        <p:spPr>
          <a:xfrm>
            <a:off x="15626284" y="6581021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" name="Google Shape;92;p15">
            <a:extLst>
              <a:ext uri="{FF2B5EF4-FFF2-40B4-BE49-F238E27FC236}">
                <a16:creationId xmlns:a16="http://schemas.microsoft.com/office/drawing/2014/main" id="{DF3DDE5D-2D63-CC46-12A8-8908E32DF71E}"/>
              </a:ext>
            </a:extLst>
          </p:cNvPr>
          <p:cNvSpPr/>
          <p:nvPr/>
        </p:nvSpPr>
        <p:spPr>
          <a:xfrm>
            <a:off x="15626283" y="8224715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T1.1:Criar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1314337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CB9C89E3-238C-CBD2-225F-5F67FBF94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DFF0D042-EEB5-8D83-4A1B-01D6647CDD29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5D7B713C-D0A2-E1A5-5230-0FF88931223C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0E1AFE76-438C-C285-9C5F-A23695922048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61F7D8CB-CAF1-450E-12BF-2F15A183CA29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2E5DFCE3-A7A0-5E67-EAE3-29C2A68F8FF4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940A9C8C-9EDB-86B2-A3A1-37C3CFF4701B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00C1DE0C-7011-9C26-A742-78DDF887C19F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491F25C1-FEA3-4DB0-7745-F64005242267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6363B35A-F8E8-0160-258E-CCD7EA178E2A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3FD76F6D-F619-C330-9536-292A091CB7FC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D9608148-F29D-011A-FDCE-234A8E974954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DBDF35A6-D95C-0167-26CA-F3A2788C3FF5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7E51CB93-3841-8E45-939A-6B0FADDB4AB9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5E0B3BCF-53E5-AD3C-6E4A-B5BB4B9C6AFC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44B98476-FDC5-C5B4-FA40-95EA6CEB595E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11A35D80-2DF3-31CA-4F17-D45BBB75D3FF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837C0F5B-8783-D678-12CA-360B24AE233B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89067D46-CA81-BF80-6FEA-668296EDB911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E77D2E81-ED66-DF8E-80DA-191CA25CFDB8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5619F1B8-7135-6587-1E53-E0AD322D7B71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DFF896C2-9D45-3B56-A66B-F67567B9C6F2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9F11028A-EE74-C0C8-AB1A-C82108282B39}"/>
              </a:ext>
            </a:extLst>
          </p:cNvPr>
          <p:cNvSpPr/>
          <p:nvPr/>
        </p:nvSpPr>
        <p:spPr>
          <a:xfrm>
            <a:off x="18402846" y="902788"/>
            <a:ext cx="2942884" cy="957187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US3:Realisar User Stories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pedidas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pelo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professor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AA3C148B-4F60-A901-686D-EDBA5A437B72}"/>
              </a:ext>
            </a:extLst>
          </p:cNvPr>
          <p:cNvSpPr/>
          <p:nvPr/>
        </p:nvSpPr>
        <p:spPr>
          <a:xfrm>
            <a:off x="18725151" y="1626038"/>
            <a:ext cx="2310371" cy="248407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T1.1:Criar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92;p15">
            <a:extLst>
              <a:ext uri="{FF2B5EF4-FFF2-40B4-BE49-F238E27FC236}">
                <a16:creationId xmlns:a16="http://schemas.microsoft.com/office/drawing/2014/main" id="{3A93D4A9-379B-14F1-C5F6-41DE330D5B97}"/>
              </a:ext>
            </a:extLst>
          </p:cNvPr>
          <p:cNvSpPr/>
          <p:nvPr/>
        </p:nvSpPr>
        <p:spPr>
          <a:xfrm>
            <a:off x="18725150" y="4350541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T1.3:Criar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" name="Google Shape;92;p15">
            <a:extLst>
              <a:ext uri="{FF2B5EF4-FFF2-40B4-BE49-F238E27FC236}">
                <a16:creationId xmlns:a16="http://schemas.microsoft.com/office/drawing/2014/main" id="{752ACEBE-85CE-E0C3-0FE5-A6DC79211D13}"/>
              </a:ext>
            </a:extLst>
          </p:cNvPr>
          <p:cNvSpPr/>
          <p:nvPr/>
        </p:nvSpPr>
        <p:spPr>
          <a:xfrm>
            <a:off x="18674937" y="5928580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48C91CBC-5B44-3BBE-03E5-4E902E1C2D5B}"/>
              </a:ext>
            </a:extLst>
          </p:cNvPr>
          <p:cNvSpPr/>
          <p:nvPr/>
        </p:nvSpPr>
        <p:spPr>
          <a:xfrm>
            <a:off x="18674936" y="7502343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T1.3:Criar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" name="Google Shape;92;p15">
            <a:extLst>
              <a:ext uri="{FF2B5EF4-FFF2-40B4-BE49-F238E27FC236}">
                <a16:creationId xmlns:a16="http://schemas.microsoft.com/office/drawing/2014/main" id="{283E6775-4D7D-01AC-B7BD-18B9CD062654}"/>
              </a:ext>
            </a:extLst>
          </p:cNvPr>
          <p:cNvSpPr/>
          <p:nvPr/>
        </p:nvSpPr>
        <p:spPr>
          <a:xfrm>
            <a:off x="18674936" y="9089055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5229096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CDC54219-356C-4739-AD0B-C000713F0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>
            <a:extLst>
              <a:ext uri="{FF2B5EF4-FFF2-40B4-BE49-F238E27FC236}">
                <a16:creationId xmlns:a16="http://schemas.microsoft.com/office/drawing/2014/main" id="{1A21C88A-FF69-7DBB-3D0E-D5DCEC49D2E4}"/>
              </a:ext>
            </a:extLst>
          </p:cNvPr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>
            <a:extLst>
              <a:ext uri="{FF2B5EF4-FFF2-40B4-BE49-F238E27FC236}">
                <a16:creationId xmlns:a16="http://schemas.microsoft.com/office/drawing/2014/main" id="{2E4A2B31-BD0B-5F75-A81C-63AF21BF28EC}"/>
              </a:ext>
            </a:extLst>
          </p:cNvPr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</a:t>
            </a:r>
            <a:r>
              <a:rPr lang="pt-PT"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3</a:t>
            </a:r>
            <a:endParaRPr b="1" i="0" dirty="0">
              <a:ln w="11430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  <a:solidFill>
                <a:schemeClr val="lt1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7691107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39E3A063-2722-4198-721A-45C92ADD5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A60C7540-5433-1370-ACBC-026F32341F1E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8809F7DD-60CE-9D24-B2BE-79E26E470553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D93A1B76-E2E6-9A00-79A8-26653C0C2225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A030D930-EC30-4C29-3AFA-1DD0E5A1759A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5E687874-8092-D382-0771-B47790918CA1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9A1A4D8A-7E96-3665-7D54-608F4F94F57E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31C5340C-7B17-5D7E-5C2D-436F0E857397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408DF2BE-E732-6179-A187-F9B8EE10D89A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4813586C-A26A-6415-B307-9F55CC711CBA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C459CE88-B0B2-167E-A1F6-3CEC8D0AB88C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0BFE8F2B-66A1-CE74-6EDB-4F03538A83E2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3750B914-16B3-23CF-B6CC-375FB6CBD539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1DD9DA8C-DA9E-B6BF-41C9-DE50F65F417A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659C4925-5243-83C9-689A-9F902FB40EC5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827687D8-5803-29A8-D7CE-CD478E977106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B9C5EB80-F38F-84D6-4CB1-A723EE9BE7EE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41E2B568-EB8E-86BF-3EAB-D323ACDBC4B1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3B0810C4-0C41-1076-E8DE-A505170CEF78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FA667F2B-28C4-31F5-8591-132086A91CC6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1C83CFBF-3FCB-8A64-3682-5C016F7275E5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D7D4BC10-FF87-F5DC-8B07-013F829D38AA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C4C91896-7058-BC3C-0221-6DE6FF2038B6}"/>
              </a:ext>
            </a:extLst>
          </p:cNvPr>
          <p:cNvSpPr/>
          <p:nvPr/>
        </p:nvSpPr>
        <p:spPr>
          <a:xfrm>
            <a:off x="6281636" y="1294223"/>
            <a:ext cx="2410800" cy="214814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completer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1E26912A-34E7-6B4F-224F-CAB2EE5970BE}"/>
              </a:ext>
            </a:extLst>
          </p:cNvPr>
          <p:cNvSpPr/>
          <p:nvPr/>
        </p:nvSpPr>
        <p:spPr>
          <a:xfrm>
            <a:off x="246412" y="1337382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T1: Identificar design patterns.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2478138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5FEA50B3-F779-CE17-2AAF-39B17F88F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8E83C643-C2EF-6800-728B-B210AFAAE569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BE45B61D-F652-362A-740C-CE7A9F2BEEB3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E31C5EC6-B62D-8FB4-A8A3-977C66DD2E83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4BDF50FC-C860-FB68-76EE-7089D069A5FB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9045E296-3F40-503C-03E6-985C3C3D5532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62FB2AF1-8921-0ECD-A1E9-2000FB70D05C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CBA60846-8675-06BE-FFD3-2C0E11FEAC23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2DB8A535-B786-7A33-D820-223B84F3ACA5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753ADA9B-8DC0-91E2-FDE5-D19206E95AFA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6CE53351-0340-DB5F-6D5E-5EF2CA05DDED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FDEC2C22-73B3-B971-8007-8FCD2E215947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186854FF-3BE9-7913-EF61-6C47BC2CDCF8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F83A83E5-9C20-53DE-09CE-C9A8611A2A5A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9A97397F-1FFE-DAA9-0FA0-78130FFDEA78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3ED15D0D-7C0D-9833-C7A6-51A57489E9A6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09B2DEDE-D420-9CAA-7A6B-3F39CD65DEC1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B37E358A-A0B6-4530-431A-64399FB5F9C9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89212960-D0EC-6DDA-6F3D-C78EB70D9425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A238C2FB-5DC4-C43D-B955-C83BE940F113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A2A83D55-3AD7-AE31-D994-D64253F9B2EC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95F4EDCE-6C96-2005-2A2E-9CCE2E42F933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551048D6-B38E-13FA-4334-4786EAC6FBBE}"/>
              </a:ext>
            </a:extLst>
          </p:cNvPr>
          <p:cNvSpPr/>
          <p:nvPr/>
        </p:nvSpPr>
        <p:spPr>
          <a:xfrm>
            <a:off x="6039639" y="825084"/>
            <a:ext cx="2410800" cy="8920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completer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71E22487-DF95-D67E-E899-BFCCA5C7381E}"/>
              </a:ext>
            </a:extLst>
          </p:cNvPr>
          <p:cNvSpPr/>
          <p:nvPr/>
        </p:nvSpPr>
        <p:spPr>
          <a:xfrm>
            <a:off x="12553926" y="872940"/>
            <a:ext cx="2449608" cy="887306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.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1704000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CA77B1C2-A004-A9A1-830F-53B787D6B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>
            <a:extLst>
              <a:ext uri="{FF2B5EF4-FFF2-40B4-BE49-F238E27FC236}">
                <a16:creationId xmlns:a16="http://schemas.microsoft.com/office/drawing/2014/main" id="{999E0134-6D34-E5F8-3E85-EC5D33B7B86B}"/>
              </a:ext>
            </a:extLst>
          </p:cNvPr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>
            <a:extLst>
              <a:ext uri="{FF2B5EF4-FFF2-40B4-BE49-F238E27FC236}">
                <a16:creationId xmlns:a16="http://schemas.microsoft.com/office/drawing/2014/main" id="{8AC8E86E-9EFD-6F3E-FE85-934F6BDC1DE3}"/>
              </a:ext>
            </a:extLst>
          </p:cNvPr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</a:t>
            </a:r>
            <a:r>
              <a:rPr lang="pt-PT"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4</a:t>
            </a:r>
            <a:endParaRPr b="1" i="0" dirty="0">
              <a:ln w="11430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  <a:solidFill>
                <a:schemeClr val="lt1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2460394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08E849ED-9D69-9C9B-A77E-F63690429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32A9A10B-4769-2946-F301-E0D8252894AE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B0FF225B-0B57-0BEB-67D9-311E0D2187FF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6EC4D216-77F4-4F25-C8EB-D69681F36ACA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A64C4576-B4BA-6738-378E-09267C3EA084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8C276CBA-AD76-3473-E32E-8B85014E4114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06AD0C55-77CC-8536-4CF9-475F23800F15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EF23C949-AB73-BE53-64D3-EE734A0C23C2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54A1EAC5-CC8B-8B74-8B05-0614E74C590C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4BC3E5D0-1CEA-5B76-1F7C-728AC731EE73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223435F3-FDCF-6246-1E74-BE02D5F434C8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E489D855-FE60-18E8-457E-68FD667EE7D5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A175E8BB-37AF-5932-ED5E-F5528746E6FD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9C9652DA-A086-8CB2-FF62-15683B19D902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48BEEEF7-49EB-EAF8-3ED7-5D04897D325D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3374731E-C61D-54A6-F26D-FC2659D5FD43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2F03F42A-1CEA-9ACF-3D99-69A7B332979A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ADE05A3B-A447-DC7F-168A-842BD1EDE39E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617DBF10-A958-5196-5604-22F4333AEC7B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E7F09167-F601-1BC4-D8C7-0CCECB17AF9B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CAF73E40-7C2E-91FF-56B3-2CB8E78B933D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849FCA69-C906-84A7-40CD-3DFD1A88F830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78EF2B53-4BC9-D34F-2132-1255C7D69786}"/>
              </a:ext>
            </a:extLst>
          </p:cNvPr>
          <p:cNvSpPr/>
          <p:nvPr/>
        </p:nvSpPr>
        <p:spPr>
          <a:xfrm>
            <a:off x="6039639" y="825084"/>
            <a:ext cx="2410800" cy="8920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completer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103ED81C-6332-FF3D-DB61-88631D2DEBFE}"/>
              </a:ext>
            </a:extLst>
          </p:cNvPr>
          <p:cNvSpPr/>
          <p:nvPr/>
        </p:nvSpPr>
        <p:spPr>
          <a:xfrm>
            <a:off x="6206285" y="2203328"/>
            <a:ext cx="2561502" cy="754267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completar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92;p15">
            <a:extLst>
              <a:ext uri="{FF2B5EF4-FFF2-40B4-BE49-F238E27FC236}">
                <a16:creationId xmlns:a16="http://schemas.microsoft.com/office/drawing/2014/main" id="{269E200D-B497-7EA0-2F71-A72FAB283B4E}"/>
              </a:ext>
            </a:extLst>
          </p:cNvPr>
          <p:cNvSpPr/>
          <p:nvPr/>
        </p:nvSpPr>
        <p:spPr>
          <a:xfrm>
            <a:off x="6461918" y="3605520"/>
            <a:ext cx="2595475" cy="614048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92;p15">
            <a:extLst>
              <a:ext uri="{FF2B5EF4-FFF2-40B4-BE49-F238E27FC236}">
                <a16:creationId xmlns:a16="http://schemas.microsoft.com/office/drawing/2014/main" id="{29D232DD-D74E-00BD-828C-D745CB719FFB}"/>
              </a:ext>
            </a:extLst>
          </p:cNvPr>
          <p:cNvSpPr/>
          <p:nvPr/>
        </p:nvSpPr>
        <p:spPr>
          <a:xfrm>
            <a:off x="6750293" y="4979422"/>
            <a:ext cx="2556891" cy="4766579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US4: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fazer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09DB9EC9-8356-6838-637E-9C9DD14B6855}"/>
              </a:ext>
            </a:extLst>
          </p:cNvPr>
          <p:cNvSpPr/>
          <p:nvPr/>
        </p:nvSpPr>
        <p:spPr>
          <a:xfrm>
            <a:off x="12553926" y="872940"/>
            <a:ext cx="2449608" cy="887306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B5EE7B3C-17EB-CC64-A56B-2D254C4C6FFA}"/>
              </a:ext>
            </a:extLst>
          </p:cNvPr>
          <p:cNvSpPr/>
          <p:nvPr/>
        </p:nvSpPr>
        <p:spPr>
          <a:xfrm>
            <a:off x="9603729" y="924884"/>
            <a:ext cx="2410800" cy="872132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" name="Google Shape;121;p16">
            <a:extLst>
              <a:ext uri="{FF2B5EF4-FFF2-40B4-BE49-F238E27FC236}">
                <a16:creationId xmlns:a16="http://schemas.microsoft.com/office/drawing/2014/main" id="{7577B480-6224-DC38-1ED2-5A3D0A0FBFD2}"/>
              </a:ext>
            </a:extLst>
          </p:cNvPr>
          <p:cNvSpPr/>
          <p:nvPr/>
        </p:nvSpPr>
        <p:spPr>
          <a:xfrm>
            <a:off x="9809292" y="2203328"/>
            <a:ext cx="2410800" cy="7442876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121;p16">
            <a:extLst>
              <a:ext uri="{FF2B5EF4-FFF2-40B4-BE49-F238E27FC236}">
                <a16:creationId xmlns:a16="http://schemas.microsoft.com/office/drawing/2014/main" id="{0A436DE0-5F4E-EC9E-8B9A-C2ECA92E8535}"/>
              </a:ext>
            </a:extLst>
          </p:cNvPr>
          <p:cNvSpPr/>
          <p:nvPr/>
        </p:nvSpPr>
        <p:spPr>
          <a:xfrm>
            <a:off x="9969919" y="3201938"/>
            <a:ext cx="2410800" cy="644425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as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92;p15">
            <a:extLst>
              <a:ext uri="{FF2B5EF4-FFF2-40B4-BE49-F238E27FC236}">
                <a16:creationId xmlns:a16="http://schemas.microsoft.com/office/drawing/2014/main" id="{5A2EF24F-5AB4-C041-D7F9-BF2EBBE8D2E1}"/>
              </a:ext>
            </a:extLst>
          </p:cNvPr>
          <p:cNvSpPr/>
          <p:nvPr/>
        </p:nvSpPr>
        <p:spPr>
          <a:xfrm>
            <a:off x="270828" y="872940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T1: Identificar design patterns.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92;p15">
            <a:extLst>
              <a:ext uri="{FF2B5EF4-FFF2-40B4-BE49-F238E27FC236}">
                <a16:creationId xmlns:a16="http://schemas.microsoft.com/office/drawing/2014/main" id="{EF607294-7302-19A7-8FE5-1DD1B55FCB89}"/>
              </a:ext>
            </a:extLst>
          </p:cNvPr>
          <p:cNvSpPr/>
          <p:nvPr/>
        </p:nvSpPr>
        <p:spPr>
          <a:xfrm>
            <a:off x="277880" y="278317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Identificar Code Smells.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" name="Google Shape;92;p15">
            <a:extLst>
              <a:ext uri="{FF2B5EF4-FFF2-40B4-BE49-F238E27FC236}">
                <a16:creationId xmlns:a16="http://schemas.microsoft.com/office/drawing/2014/main" id="{47B9C22B-D9D4-8945-E1CA-DF6AD2F1F04D}"/>
              </a:ext>
            </a:extLst>
          </p:cNvPr>
          <p:cNvSpPr/>
          <p:nvPr/>
        </p:nvSpPr>
        <p:spPr>
          <a:xfrm>
            <a:off x="277880" y="469922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Identificar Code Metrics.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" name="Google Shape;92;p15">
            <a:extLst>
              <a:ext uri="{FF2B5EF4-FFF2-40B4-BE49-F238E27FC236}">
                <a16:creationId xmlns:a16="http://schemas.microsoft.com/office/drawing/2014/main" id="{1B834BA1-D552-1CB3-225C-F2A7FDCB877D}"/>
              </a:ext>
            </a:extLst>
          </p:cNvPr>
          <p:cNvSpPr/>
          <p:nvPr/>
        </p:nvSpPr>
        <p:spPr>
          <a:xfrm>
            <a:off x="277880" y="661527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T4: Fazer Use Cases.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5983572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276A673A-3C8E-4167-E0F9-EE1C55E9E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94161A19-776B-997F-23A4-858A22AF3412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088171E6-E9BA-5177-88E8-2DE2A9993893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EAEA8A37-97A6-F2E8-E5FC-457FC1A81CD1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7F37EAE2-3330-926F-61AC-1D50780D3718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A8ABCEC0-E864-8785-E9AE-A88694E60632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3BEDC2EC-A63D-F165-5A88-6431F1655ABE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6D555EB9-7D5F-493F-AA25-50422DDE4928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4787831D-6457-A4B3-F963-D910EC0D7E0D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6B04546C-2D79-6429-A1DE-4FF0004620CC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26D38A50-C71E-885E-1A3E-448C9A1BB5CC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A542019A-281C-A712-1C3A-7EAA9F8D85A4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C98DBDBF-867D-9BC3-E484-6F2BDCE36674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998EDE9E-2E13-FBA2-123C-14F1A2CD68CC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1FEBDE58-49EE-CBC2-5ADD-C634A48BD154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D0FD3737-4D9A-30A5-BE55-8003CEDD3594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CE31001C-F1E4-334A-BF4D-5E5806FA9308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74CB071C-939E-1E4B-036F-6789D482D8FF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C6A2B30D-9E8B-DB58-DB96-C0C54F78ACE7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F12E5E83-0EE9-3CC9-8FCE-855D45490734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CFBB95AD-ACE3-880B-3CA9-B9C10A01D4C8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855BB797-FC35-A0D0-DE45-292C13398DE4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D3AE1D88-3DBC-4FEE-9596-7AFA6325DD1F}"/>
              </a:ext>
            </a:extLst>
          </p:cNvPr>
          <p:cNvSpPr/>
          <p:nvPr/>
        </p:nvSpPr>
        <p:spPr>
          <a:xfrm>
            <a:off x="6039639" y="825083"/>
            <a:ext cx="2410800" cy="901271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completer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F59D234A-AD90-7A9A-A021-4BF25A04C1C9}"/>
              </a:ext>
            </a:extLst>
          </p:cNvPr>
          <p:cNvSpPr/>
          <p:nvPr/>
        </p:nvSpPr>
        <p:spPr>
          <a:xfrm>
            <a:off x="6264864" y="2222750"/>
            <a:ext cx="2884105" cy="763447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completar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121;p16">
            <a:extLst>
              <a:ext uri="{FF2B5EF4-FFF2-40B4-BE49-F238E27FC236}">
                <a16:creationId xmlns:a16="http://schemas.microsoft.com/office/drawing/2014/main" id="{9122DCF9-B5DD-6D06-A08F-60E5F9692EBB}"/>
              </a:ext>
            </a:extLst>
          </p:cNvPr>
          <p:cNvSpPr/>
          <p:nvPr/>
        </p:nvSpPr>
        <p:spPr>
          <a:xfrm>
            <a:off x="15607166" y="4297512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92;p15">
            <a:extLst>
              <a:ext uri="{FF2B5EF4-FFF2-40B4-BE49-F238E27FC236}">
                <a16:creationId xmlns:a16="http://schemas.microsoft.com/office/drawing/2014/main" id="{B9DB896B-7CB5-0609-1298-F36A6898D816}"/>
              </a:ext>
            </a:extLst>
          </p:cNvPr>
          <p:cNvSpPr/>
          <p:nvPr/>
        </p:nvSpPr>
        <p:spPr>
          <a:xfrm>
            <a:off x="6443739" y="3457876"/>
            <a:ext cx="2884105" cy="641876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92;p15">
            <a:extLst>
              <a:ext uri="{FF2B5EF4-FFF2-40B4-BE49-F238E27FC236}">
                <a16:creationId xmlns:a16="http://schemas.microsoft.com/office/drawing/2014/main" id="{B30C688A-1011-C4B7-A86C-D04A0EE21186}"/>
              </a:ext>
            </a:extLst>
          </p:cNvPr>
          <p:cNvSpPr/>
          <p:nvPr/>
        </p:nvSpPr>
        <p:spPr>
          <a:xfrm>
            <a:off x="6622614" y="4777838"/>
            <a:ext cx="2884105" cy="509880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US4: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fazer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" name="Google Shape;121;p16">
            <a:extLst>
              <a:ext uri="{FF2B5EF4-FFF2-40B4-BE49-F238E27FC236}">
                <a16:creationId xmlns:a16="http://schemas.microsoft.com/office/drawing/2014/main" id="{28D15982-7395-B550-BD38-DA8501FEE0F9}"/>
              </a:ext>
            </a:extLst>
          </p:cNvPr>
          <p:cNvSpPr/>
          <p:nvPr/>
        </p:nvSpPr>
        <p:spPr>
          <a:xfrm>
            <a:off x="15607166" y="265795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BB304D12-8B85-73EF-EBB9-8B924D93B6C1}"/>
              </a:ext>
            </a:extLst>
          </p:cNvPr>
          <p:cNvSpPr/>
          <p:nvPr/>
        </p:nvSpPr>
        <p:spPr>
          <a:xfrm>
            <a:off x="15532407" y="96815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" name="Google Shape;121;p16">
            <a:extLst>
              <a:ext uri="{FF2B5EF4-FFF2-40B4-BE49-F238E27FC236}">
                <a16:creationId xmlns:a16="http://schemas.microsoft.com/office/drawing/2014/main" id="{FB7D3E3E-613D-EC3A-2E84-B0A17FD56948}"/>
              </a:ext>
            </a:extLst>
          </p:cNvPr>
          <p:cNvSpPr/>
          <p:nvPr/>
        </p:nvSpPr>
        <p:spPr>
          <a:xfrm>
            <a:off x="15607166" y="748029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" name="Google Shape;121;p16">
            <a:extLst>
              <a:ext uri="{FF2B5EF4-FFF2-40B4-BE49-F238E27FC236}">
                <a16:creationId xmlns:a16="http://schemas.microsoft.com/office/drawing/2014/main" id="{D1E81CC8-A85D-4C03-876F-10BA27A076F0}"/>
              </a:ext>
            </a:extLst>
          </p:cNvPr>
          <p:cNvSpPr/>
          <p:nvPr/>
        </p:nvSpPr>
        <p:spPr>
          <a:xfrm>
            <a:off x="12395940" y="589806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" name="Google Shape;121;p16">
            <a:extLst>
              <a:ext uri="{FF2B5EF4-FFF2-40B4-BE49-F238E27FC236}">
                <a16:creationId xmlns:a16="http://schemas.microsoft.com/office/drawing/2014/main" id="{6D6DB528-7FA3-332E-8C77-B250832D0184}"/>
              </a:ext>
            </a:extLst>
          </p:cNvPr>
          <p:cNvSpPr/>
          <p:nvPr/>
        </p:nvSpPr>
        <p:spPr>
          <a:xfrm>
            <a:off x="12423686" y="902373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" name="Google Shape;121;p16">
            <a:extLst>
              <a:ext uri="{FF2B5EF4-FFF2-40B4-BE49-F238E27FC236}">
                <a16:creationId xmlns:a16="http://schemas.microsoft.com/office/drawing/2014/main" id="{707F0F55-CD7B-238D-CFF7-FDA98CDF2B78}"/>
              </a:ext>
            </a:extLst>
          </p:cNvPr>
          <p:cNvSpPr/>
          <p:nvPr/>
        </p:nvSpPr>
        <p:spPr>
          <a:xfrm>
            <a:off x="12395940" y="1119414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" name="Google Shape;121;p16">
            <a:extLst>
              <a:ext uri="{FF2B5EF4-FFF2-40B4-BE49-F238E27FC236}">
                <a16:creationId xmlns:a16="http://schemas.microsoft.com/office/drawing/2014/main" id="{7392959A-8667-CD23-5CD7-3DD2625BDBCD}"/>
              </a:ext>
            </a:extLst>
          </p:cNvPr>
          <p:cNvSpPr/>
          <p:nvPr/>
        </p:nvSpPr>
        <p:spPr>
          <a:xfrm>
            <a:off x="15607166" y="613313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" name="Google Shape;121;p16">
            <a:extLst>
              <a:ext uri="{FF2B5EF4-FFF2-40B4-BE49-F238E27FC236}">
                <a16:creationId xmlns:a16="http://schemas.microsoft.com/office/drawing/2014/main" id="{B1AF8A98-FF77-6CF3-D7E0-569F85AE60A2}"/>
              </a:ext>
            </a:extLst>
          </p:cNvPr>
          <p:cNvSpPr/>
          <p:nvPr/>
        </p:nvSpPr>
        <p:spPr>
          <a:xfrm>
            <a:off x="15654801" y="9220841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" name="Google Shape;121;p16">
            <a:extLst>
              <a:ext uri="{FF2B5EF4-FFF2-40B4-BE49-F238E27FC236}">
                <a16:creationId xmlns:a16="http://schemas.microsoft.com/office/drawing/2014/main" id="{CE6B0747-7778-571D-B159-ED8C72AE70EE}"/>
              </a:ext>
            </a:extLst>
          </p:cNvPr>
          <p:cNvSpPr/>
          <p:nvPr/>
        </p:nvSpPr>
        <p:spPr>
          <a:xfrm>
            <a:off x="15607166" y="818164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" name="Google Shape;121;p16">
            <a:extLst>
              <a:ext uri="{FF2B5EF4-FFF2-40B4-BE49-F238E27FC236}">
                <a16:creationId xmlns:a16="http://schemas.microsoft.com/office/drawing/2014/main" id="{619324BE-2717-F412-7BAE-7E39BDDC0F7D}"/>
              </a:ext>
            </a:extLst>
          </p:cNvPr>
          <p:cNvSpPr/>
          <p:nvPr/>
        </p:nvSpPr>
        <p:spPr>
          <a:xfrm>
            <a:off x="15607166" y="4977406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" name="Google Shape;121;p16">
            <a:extLst>
              <a:ext uri="{FF2B5EF4-FFF2-40B4-BE49-F238E27FC236}">
                <a16:creationId xmlns:a16="http://schemas.microsoft.com/office/drawing/2014/main" id="{DCCFD43A-CECE-D383-B3F9-1A15A03BD2F8}"/>
              </a:ext>
            </a:extLst>
          </p:cNvPr>
          <p:cNvSpPr/>
          <p:nvPr/>
        </p:nvSpPr>
        <p:spPr>
          <a:xfrm>
            <a:off x="15607166" y="326538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" name="Google Shape;121;p16">
            <a:extLst>
              <a:ext uri="{FF2B5EF4-FFF2-40B4-BE49-F238E27FC236}">
                <a16:creationId xmlns:a16="http://schemas.microsoft.com/office/drawing/2014/main" id="{5403ED1A-F517-F3DA-3358-5A3A8CAA2BCE}"/>
              </a:ext>
            </a:extLst>
          </p:cNvPr>
          <p:cNvSpPr/>
          <p:nvPr/>
        </p:nvSpPr>
        <p:spPr>
          <a:xfrm>
            <a:off x="15532407" y="159444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" name="Google Shape;121;p16">
            <a:extLst>
              <a:ext uri="{FF2B5EF4-FFF2-40B4-BE49-F238E27FC236}">
                <a16:creationId xmlns:a16="http://schemas.microsoft.com/office/drawing/2014/main" id="{AA31E5A5-1CDC-FB0A-3024-F64CAD1393BB}"/>
              </a:ext>
            </a:extLst>
          </p:cNvPr>
          <p:cNvSpPr/>
          <p:nvPr/>
        </p:nvSpPr>
        <p:spPr>
          <a:xfrm>
            <a:off x="12402922" y="2682321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" name="Google Shape;121;p16">
            <a:extLst>
              <a:ext uri="{FF2B5EF4-FFF2-40B4-BE49-F238E27FC236}">
                <a16:creationId xmlns:a16="http://schemas.microsoft.com/office/drawing/2014/main" id="{FC565C52-AD9E-143A-25BF-4946958FE19E}"/>
              </a:ext>
            </a:extLst>
          </p:cNvPr>
          <p:cNvSpPr/>
          <p:nvPr/>
        </p:nvSpPr>
        <p:spPr>
          <a:xfrm>
            <a:off x="12402922" y="415751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" name="Google Shape;121;p16">
            <a:extLst>
              <a:ext uri="{FF2B5EF4-FFF2-40B4-BE49-F238E27FC236}">
                <a16:creationId xmlns:a16="http://schemas.microsoft.com/office/drawing/2014/main" id="{DE963885-06CC-64DA-7845-B81694A0D890}"/>
              </a:ext>
            </a:extLst>
          </p:cNvPr>
          <p:cNvSpPr/>
          <p:nvPr/>
        </p:nvSpPr>
        <p:spPr>
          <a:xfrm>
            <a:off x="12423686" y="737585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" name="Google Shape;121;p16">
            <a:extLst>
              <a:ext uri="{FF2B5EF4-FFF2-40B4-BE49-F238E27FC236}">
                <a16:creationId xmlns:a16="http://schemas.microsoft.com/office/drawing/2014/main" id="{60D6D72C-2512-56DD-F052-4FBE937059AB}"/>
              </a:ext>
            </a:extLst>
          </p:cNvPr>
          <p:cNvSpPr/>
          <p:nvPr/>
        </p:nvSpPr>
        <p:spPr>
          <a:xfrm>
            <a:off x="9745929" y="582672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" name="Google Shape;121;p16">
            <a:extLst>
              <a:ext uri="{FF2B5EF4-FFF2-40B4-BE49-F238E27FC236}">
                <a16:creationId xmlns:a16="http://schemas.microsoft.com/office/drawing/2014/main" id="{D6490F7B-D149-8F1D-51F3-EA1AD7A8BCA4}"/>
              </a:ext>
            </a:extLst>
          </p:cNvPr>
          <p:cNvSpPr/>
          <p:nvPr/>
        </p:nvSpPr>
        <p:spPr>
          <a:xfrm>
            <a:off x="9735861" y="881256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" name="Google Shape;121;p16">
            <a:extLst>
              <a:ext uri="{FF2B5EF4-FFF2-40B4-BE49-F238E27FC236}">
                <a16:creationId xmlns:a16="http://schemas.microsoft.com/office/drawing/2014/main" id="{E90BDC21-53F1-27FF-1B6D-8138E92A6B09}"/>
              </a:ext>
            </a:extLst>
          </p:cNvPr>
          <p:cNvSpPr/>
          <p:nvPr/>
        </p:nvSpPr>
        <p:spPr>
          <a:xfrm>
            <a:off x="9414628" y="1271118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" name="Google Shape;121;p16">
            <a:extLst>
              <a:ext uri="{FF2B5EF4-FFF2-40B4-BE49-F238E27FC236}">
                <a16:creationId xmlns:a16="http://schemas.microsoft.com/office/drawing/2014/main" id="{AEB5770A-114E-19A6-70C5-1DC0886AD4AF}"/>
              </a:ext>
            </a:extLst>
          </p:cNvPr>
          <p:cNvSpPr/>
          <p:nvPr/>
        </p:nvSpPr>
        <p:spPr>
          <a:xfrm>
            <a:off x="9735861" y="9524639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" name="Google Shape;121;p16">
            <a:extLst>
              <a:ext uri="{FF2B5EF4-FFF2-40B4-BE49-F238E27FC236}">
                <a16:creationId xmlns:a16="http://schemas.microsoft.com/office/drawing/2014/main" id="{11111CBA-DAA2-BE6C-0011-A1B3C0A969B6}"/>
              </a:ext>
            </a:extLst>
          </p:cNvPr>
          <p:cNvSpPr/>
          <p:nvPr/>
        </p:nvSpPr>
        <p:spPr>
          <a:xfrm>
            <a:off x="9745929" y="7559935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" name="Google Shape;121;p16">
            <a:extLst>
              <a:ext uri="{FF2B5EF4-FFF2-40B4-BE49-F238E27FC236}">
                <a16:creationId xmlns:a16="http://schemas.microsoft.com/office/drawing/2014/main" id="{0AF5B3E6-751E-F04E-EBD5-D8B6512097F8}"/>
              </a:ext>
            </a:extLst>
          </p:cNvPr>
          <p:cNvSpPr/>
          <p:nvPr/>
        </p:nvSpPr>
        <p:spPr>
          <a:xfrm>
            <a:off x="9657648" y="4339391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" name="Google Shape;121;p16">
            <a:extLst>
              <a:ext uri="{FF2B5EF4-FFF2-40B4-BE49-F238E27FC236}">
                <a16:creationId xmlns:a16="http://schemas.microsoft.com/office/drawing/2014/main" id="{17FFF2D9-AFF2-50D5-4B27-C8F96A47A498}"/>
              </a:ext>
            </a:extLst>
          </p:cNvPr>
          <p:cNvSpPr/>
          <p:nvPr/>
        </p:nvSpPr>
        <p:spPr>
          <a:xfrm>
            <a:off x="9533166" y="2867401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" name="Google Shape;121;p16">
            <a:extLst>
              <a:ext uri="{FF2B5EF4-FFF2-40B4-BE49-F238E27FC236}">
                <a16:creationId xmlns:a16="http://schemas.microsoft.com/office/drawing/2014/main" id="{40082015-5236-737F-1643-0998FA6EBDAF}"/>
              </a:ext>
            </a:extLst>
          </p:cNvPr>
          <p:cNvSpPr/>
          <p:nvPr/>
        </p:nvSpPr>
        <p:spPr>
          <a:xfrm>
            <a:off x="9745929" y="6502342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881751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1B57DF00-5DDF-010B-650A-C5F345E11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1A510D11-9021-E51F-2E60-AD34C5A25CBA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9FE6ED25-9040-AF01-9B07-CFC96867BD36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19AA8645-88F8-2D70-14C8-8DA870CD3884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2C204F85-6029-0D14-1173-BB36E5DCD844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03EDCD98-A47E-2A54-7D00-996FC184FDC6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4C772131-F45C-2E0B-DD0C-29ADC841D9E1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591C7B01-727B-09F2-4B1C-F8B67FC0478A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DA8BC2CB-2946-CF9B-E32B-28997A8FEE5A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35274855-64F8-A8FA-C67B-57919843978E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0C0986EE-8E10-A8CE-FD5B-FDEC71B46356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24622F3C-02D5-98C3-2D95-882655235105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8030319A-1DAF-8A34-4BCD-CA0A6DCE4B5B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D6781700-5412-654B-14AF-E51ECAEBF922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355E227F-F4FD-0982-68B0-C99D7053B5CB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437E29BE-7D34-A50E-9E29-CD2A677EBDC5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E802D91F-32DB-8919-1287-4466D72FBD6A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D4BC62D2-85FC-0268-4515-C04511F7DBB9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3C6979EF-BE84-5BA9-9EA9-5C5B7F8FF300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4CB71736-30BD-546D-0B22-EDC6AA444A05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C4558091-E692-BE09-DDCB-44754D07932A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9E8BE5A9-2375-B1F2-3FA6-8DEFD4F473A9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FB1E856C-507C-0349-CD33-EA5FE9D51C8B}"/>
              </a:ext>
            </a:extLst>
          </p:cNvPr>
          <p:cNvSpPr/>
          <p:nvPr/>
        </p:nvSpPr>
        <p:spPr>
          <a:xfrm>
            <a:off x="6039639" y="825083"/>
            <a:ext cx="2410800" cy="901271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completer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AECFA234-205A-6E44-6481-13E8462DEB82}"/>
              </a:ext>
            </a:extLst>
          </p:cNvPr>
          <p:cNvSpPr/>
          <p:nvPr/>
        </p:nvSpPr>
        <p:spPr>
          <a:xfrm>
            <a:off x="6264864" y="2222750"/>
            <a:ext cx="2884105" cy="763447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completar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92;p15">
            <a:extLst>
              <a:ext uri="{FF2B5EF4-FFF2-40B4-BE49-F238E27FC236}">
                <a16:creationId xmlns:a16="http://schemas.microsoft.com/office/drawing/2014/main" id="{23F947EB-CF03-21EF-DC75-5D3BF2844FDD}"/>
              </a:ext>
            </a:extLst>
          </p:cNvPr>
          <p:cNvSpPr/>
          <p:nvPr/>
        </p:nvSpPr>
        <p:spPr>
          <a:xfrm>
            <a:off x="6443739" y="3457876"/>
            <a:ext cx="2884105" cy="641876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92;p15">
            <a:extLst>
              <a:ext uri="{FF2B5EF4-FFF2-40B4-BE49-F238E27FC236}">
                <a16:creationId xmlns:a16="http://schemas.microsoft.com/office/drawing/2014/main" id="{F7399CAF-459A-6E42-4048-1723E91B6BC8}"/>
              </a:ext>
            </a:extLst>
          </p:cNvPr>
          <p:cNvSpPr/>
          <p:nvPr/>
        </p:nvSpPr>
        <p:spPr>
          <a:xfrm>
            <a:off x="6622614" y="4777838"/>
            <a:ext cx="2884105" cy="509880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US4: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fazer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4785969B-FC4A-6199-407A-2BC5D92D77BC}"/>
              </a:ext>
            </a:extLst>
          </p:cNvPr>
          <p:cNvSpPr/>
          <p:nvPr/>
        </p:nvSpPr>
        <p:spPr>
          <a:xfrm>
            <a:off x="18250276" y="891495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FE55AAAF-B2E6-51B7-A4A0-6D1A29E1077E}"/>
              </a:ext>
            </a:extLst>
          </p:cNvPr>
          <p:cNvSpPr/>
          <p:nvPr/>
        </p:nvSpPr>
        <p:spPr>
          <a:xfrm>
            <a:off x="18250276" y="2475240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" name="Google Shape;121;p16">
            <a:extLst>
              <a:ext uri="{FF2B5EF4-FFF2-40B4-BE49-F238E27FC236}">
                <a16:creationId xmlns:a16="http://schemas.microsoft.com/office/drawing/2014/main" id="{002E862F-6A3D-E8CA-A5F8-32BD4D7993E9}"/>
              </a:ext>
            </a:extLst>
          </p:cNvPr>
          <p:cNvSpPr/>
          <p:nvPr/>
        </p:nvSpPr>
        <p:spPr>
          <a:xfrm>
            <a:off x="18250276" y="4092969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121;p16">
            <a:extLst>
              <a:ext uri="{FF2B5EF4-FFF2-40B4-BE49-F238E27FC236}">
                <a16:creationId xmlns:a16="http://schemas.microsoft.com/office/drawing/2014/main" id="{1A390241-0CC1-D634-7975-41759C9D145B}"/>
              </a:ext>
            </a:extLst>
          </p:cNvPr>
          <p:cNvSpPr/>
          <p:nvPr/>
        </p:nvSpPr>
        <p:spPr>
          <a:xfrm>
            <a:off x="18250276" y="5649418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121;p16">
            <a:extLst>
              <a:ext uri="{FF2B5EF4-FFF2-40B4-BE49-F238E27FC236}">
                <a16:creationId xmlns:a16="http://schemas.microsoft.com/office/drawing/2014/main" id="{A9815E28-146B-E7DF-86FD-040C009472DB}"/>
              </a:ext>
            </a:extLst>
          </p:cNvPr>
          <p:cNvSpPr/>
          <p:nvPr/>
        </p:nvSpPr>
        <p:spPr>
          <a:xfrm>
            <a:off x="18250276" y="7227199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121;p16">
            <a:extLst>
              <a:ext uri="{FF2B5EF4-FFF2-40B4-BE49-F238E27FC236}">
                <a16:creationId xmlns:a16="http://schemas.microsoft.com/office/drawing/2014/main" id="{F8724F7B-5BF2-90B2-BE00-786F93E1FFD3}"/>
              </a:ext>
            </a:extLst>
          </p:cNvPr>
          <p:cNvSpPr/>
          <p:nvPr/>
        </p:nvSpPr>
        <p:spPr>
          <a:xfrm>
            <a:off x="18250276" y="8804980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727368029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1265</Words>
  <Application>Microsoft Office PowerPoint</Application>
  <PresentationFormat>Custom</PresentationFormat>
  <Paragraphs>305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Consolas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Tomas Moreira da Silva</cp:lastModifiedBy>
  <cp:revision>5</cp:revision>
  <dcterms:modified xsi:type="dcterms:W3CDTF">2025-11-13T22:34:10Z</dcterms:modified>
</cp:coreProperties>
</file>