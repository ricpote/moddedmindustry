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2" r:id="rId6"/>
    <p:sldId id="263" r:id="rId7"/>
    <p:sldId id="265" r:id="rId8"/>
    <p:sldId id="266" r:id="rId9"/>
    <p:sldId id="264" r:id="rId10"/>
  </p:sldIdLst>
  <p:sldSz cx="21599525" cy="1079976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258" y="78"/>
      </p:cViewPr>
      <p:guideLst>
        <p:guide orient="horz" pos="3402"/>
        <p:guide pos="68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50b307b58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850b307b58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850b307b58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850b307b58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CA00273-3F04-9391-52AD-605DFE468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16BA3F99-B5B1-AC60-32DE-B6F8360DA4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1AD6EF15-17A7-6EFF-F02D-248CCDD420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41681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EFE352A-EC05-5D6C-0A05-4D8065883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A289F313-2720-CC74-093A-2D2E04E839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E043782D-2724-7FD4-8D1A-F5F3211F9A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20317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477AF97E-BBB7-01EE-C84C-3520A11DD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C561D66-5AED-1555-6E34-487A460A37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C1EFC72D-AE2D-A2E9-9BCD-42A34F495E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31571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86" name="Google Shape;86;p15"/>
          <p:cNvSpPr/>
          <p:nvPr/>
        </p:nvSpPr>
        <p:spPr>
          <a:xfrm>
            <a:off x="167300" y="8018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US1: Analisar o código do jogo para perceber a implementação do jogo </a:t>
            </a:r>
          </a:p>
        </p:txBody>
      </p:sp>
      <p:cxnSp>
        <p:nvCxnSpPr>
          <p:cNvPr id="91" name="Google Shape;91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" name="Google Shape;92;p15"/>
          <p:cNvSpPr/>
          <p:nvPr/>
        </p:nvSpPr>
        <p:spPr>
          <a:xfrm>
            <a:off x="140775" y="26869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oogle Shape;97;p1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8" name="Google Shape;98;p1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" name="Google Shape;99;p1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0" name="Google Shape;100;p1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" name="Google Shape;104;p1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" name="Google Shape;111;p1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2" name="Google Shape;112;p1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3" name="Google Shape;113;p1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4" name="Google Shape;114;p1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5" name="Google Shape;115;p1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6" name="Google Shape;116;p1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9" name="Google Shape;119;p16"/>
          <p:cNvSpPr/>
          <p:nvPr/>
        </p:nvSpPr>
        <p:spPr>
          <a:xfrm>
            <a:off x="12423686" y="895319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16"/>
          <p:cNvSpPr/>
          <p:nvPr/>
        </p:nvSpPr>
        <p:spPr>
          <a:xfrm>
            <a:off x="12395940" y="25528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2" name="Google Shape;122;p1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0C3275F-974C-ACB1-13E0-938D599F9D2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6BA9D3FC-9F54-17D6-E3FB-7A1CAE1809F4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03849011-C058-3D79-4346-49A8EE4F11A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6228C47D-5666-89FD-F0C6-9A56E132303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1AB8CBA2-EA1E-DDF8-36C8-50DCE1007E0F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13545A6E-E850-65CA-A97B-5D3DDAB228E4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" name="Google Shape;86;p15">
            <a:extLst>
              <a:ext uri="{FF2B5EF4-FFF2-40B4-BE49-F238E27FC236}">
                <a16:creationId xmlns:a16="http://schemas.microsoft.com/office/drawing/2014/main" id="{C4EDBBC0-6414-BDEB-6E92-E8BDCC724877}"/>
              </a:ext>
            </a:extLst>
          </p:cNvPr>
          <p:cNvSpPr/>
          <p:nvPr/>
        </p:nvSpPr>
        <p:spPr>
          <a:xfrm>
            <a:off x="6039639" y="483485"/>
            <a:ext cx="2410800" cy="93543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Analisar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código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perceber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implementação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" name="Google Shape;92;p15">
            <a:extLst>
              <a:ext uri="{FF2B5EF4-FFF2-40B4-BE49-F238E27FC236}">
                <a16:creationId xmlns:a16="http://schemas.microsoft.com/office/drawing/2014/main" id="{D6838EF0-4333-4376-5303-D7B71437248E}"/>
              </a:ext>
            </a:extLst>
          </p:cNvPr>
          <p:cNvSpPr/>
          <p:nvPr/>
        </p:nvSpPr>
        <p:spPr>
          <a:xfrm>
            <a:off x="6482487" y="1703729"/>
            <a:ext cx="2884105" cy="8801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" name="Google Shape;121;p16">
            <a:extLst>
              <a:ext uri="{FF2B5EF4-FFF2-40B4-BE49-F238E27FC236}">
                <a16:creationId xmlns:a16="http://schemas.microsoft.com/office/drawing/2014/main" id="{72C78501-984B-CADC-16C4-22BD76B60780}"/>
              </a:ext>
            </a:extLst>
          </p:cNvPr>
          <p:cNvSpPr/>
          <p:nvPr/>
        </p:nvSpPr>
        <p:spPr>
          <a:xfrm>
            <a:off x="12423686" y="421039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" name="Google Shape;119;p16">
            <a:extLst>
              <a:ext uri="{FF2B5EF4-FFF2-40B4-BE49-F238E27FC236}">
                <a16:creationId xmlns:a16="http://schemas.microsoft.com/office/drawing/2014/main" id="{03191D5B-1D6E-C18C-E842-863D2458F674}"/>
              </a:ext>
            </a:extLst>
          </p:cNvPr>
          <p:cNvSpPr/>
          <p:nvPr/>
        </p:nvSpPr>
        <p:spPr>
          <a:xfrm>
            <a:off x="12423686" y="5867933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121;p16">
            <a:extLst>
              <a:ext uri="{FF2B5EF4-FFF2-40B4-BE49-F238E27FC236}">
                <a16:creationId xmlns:a16="http://schemas.microsoft.com/office/drawing/2014/main" id="{542E4AF7-76FE-6408-B4F7-BFBE3ECBB3B4}"/>
              </a:ext>
            </a:extLst>
          </p:cNvPr>
          <p:cNvSpPr/>
          <p:nvPr/>
        </p:nvSpPr>
        <p:spPr>
          <a:xfrm>
            <a:off x="12423686" y="74771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" name="Google Shape;121;p16">
            <a:extLst>
              <a:ext uri="{FF2B5EF4-FFF2-40B4-BE49-F238E27FC236}">
                <a16:creationId xmlns:a16="http://schemas.microsoft.com/office/drawing/2014/main" id="{B7F3A973-1BD2-8BD1-00C2-1473628BCCAE}"/>
              </a:ext>
            </a:extLst>
          </p:cNvPr>
          <p:cNvSpPr/>
          <p:nvPr/>
        </p:nvSpPr>
        <p:spPr>
          <a:xfrm>
            <a:off x="12533223" y="911909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" name="Google Shape;121;p16">
            <a:extLst>
              <a:ext uri="{FF2B5EF4-FFF2-40B4-BE49-F238E27FC236}">
                <a16:creationId xmlns:a16="http://schemas.microsoft.com/office/drawing/2014/main" id="{B28EE210-AFF1-127B-4A94-B1E57301519E}"/>
              </a:ext>
            </a:extLst>
          </p:cNvPr>
          <p:cNvSpPr/>
          <p:nvPr/>
        </p:nvSpPr>
        <p:spPr>
          <a:xfrm>
            <a:off x="12395940" y="15483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121;p16">
            <a:extLst>
              <a:ext uri="{FF2B5EF4-FFF2-40B4-BE49-F238E27FC236}">
                <a16:creationId xmlns:a16="http://schemas.microsoft.com/office/drawing/2014/main" id="{FD6C5F93-A42F-FBF8-C0CD-E683589E0A29}"/>
              </a:ext>
            </a:extLst>
          </p:cNvPr>
          <p:cNvSpPr/>
          <p:nvPr/>
        </p:nvSpPr>
        <p:spPr>
          <a:xfrm>
            <a:off x="12395940" y="648175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96B10459-F091-8BD7-0174-21989C1953E4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BA8395EB-09B5-5BD4-87E9-A631B2CA8FD8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45CC5B86-B5CD-22B3-D944-A01F99E5118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A2D570B4-C341-94D8-8941-1EC6CB25760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E2ABB166-7562-45F2-886D-818BA281D82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53A14468-D7EC-D456-306B-1E0CD7076491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BF37F1D9-5F4C-1658-D7B0-40E44238BC55}"/>
              </a:ext>
            </a:extLst>
          </p:cNvPr>
          <p:cNvSpPr/>
          <p:nvPr/>
        </p:nvSpPr>
        <p:spPr>
          <a:xfrm>
            <a:off x="6039639" y="483485"/>
            <a:ext cx="2410800" cy="93543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Analisar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código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perceber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implementação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3419BF31-0416-CB30-2E64-E707627163D1}"/>
              </a:ext>
            </a:extLst>
          </p:cNvPr>
          <p:cNvSpPr/>
          <p:nvPr/>
        </p:nvSpPr>
        <p:spPr>
          <a:xfrm>
            <a:off x="6482487" y="1703729"/>
            <a:ext cx="2884105" cy="8801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19;p16">
            <a:extLst>
              <a:ext uri="{FF2B5EF4-FFF2-40B4-BE49-F238E27FC236}">
                <a16:creationId xmlns:a16="http://schemas.microsoft.com/office/drawing/2014/main" id="{F6C24B26-0C1D-78F9-FD22-CFEB6BDFAFA9}"/>
              </a:ext>
            </a:extLst>
          </p:cNvPr>
          <p:cNvSpPr/>
          <p:nvPr/>
        </p:nvSpPr>
        <p:spPr>
          <a:xfrm>
            <a:off x="12395940" y="806837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D17311D6-92C3-7CB6-6BE1-2011597AA55D}"/>
              </a:ext>
            </a:extLst>
          </p:cNvPr>
          <p:cNvSpPr/>
          <p:nvPr/>
        </p:nvSpPr>
        <p:spPr>
          <a:xfrm>
            <a:off x="12395940" y="25528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A7BCFFCE-AC48-26E5-E0C6-56E157049767}"/>
              </a:ext>
            </a:extLst>
          </p:cNvPr>
          <p:cNvSpPr/>
          <p:nvPr/>
        </p:nvSpPr>
        <p:spPr>
          <a:xfrm>
            <a:off x="12423686" y="421039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119;p16">
            <a:extLst>
              <a:ext uri="{FF2B5EF4-FFF2-40B4-BE49-F238E27FC236}">
                <a16:creationId xmlns:a16="http://schemas.microsoft.com/office/drawing/2014/main" id="{1C348353-94B9-483E-52C9-F91AE1C3FF40}"/>
              </a:ext>
            </a:extLst>
          </p:cNvPr>
          <p:cNvSpPr/>
          <p:nvPr/>
        </p:nvSpPr>
        <p:spPr>
          <a:xfrm>
            <a:off x="18881636" y="5142119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Review: 67912</a:t>
            </a:r>
          </a:p>
        </p:txBody>
      </p:sp>
      <p:sp>
        <p:nvSpPr>
          <p:cNvPr id="17" name="Google Shape;121;p16">
            <a:extLst>
              <a:ext uri="{FF2B5EF4-FFF2-40B4-BE49-F238E27FC236}">
                <a16:creationId xmlns:a16="http://schemas.microsoft.com/office/drawing/2014/main" id="{666FF84F-8CA9-3ECD-2DE6-D8F10C079CF2}"/>
              </a:ext>
            </a:extLst>
          </p:cNvPr>
          <p:cNvSpPr/>
          <p:nvPr/>
        </p:nvSpPr>
        <p:spPr>
          <a:xfrm>
            <a:off x="12423686" y="74771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121;p16">
            <a:extLst>
              <a:ext uri="{FF2B5EF4-FFF2-40B4-BE49-F238E27FC236}">
                <a16:creationId xmlns:a16="http://schemas.microsoft.com/office/drawing/2014/main" id="{C6A08805-3469-1EBF-A2CD-1539BE005156}"/>
              </a:ext>
            </a:extLst>
          </p:cNvPr>
          <p:cNvSpPr/>
          <p:nvPr/>
        </p:nvSpPr>
        <p:spPr>
          <a:xfrm>
            <a:off x="12533223" y="911909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7AA3A4D7-6AAE-546E-80E6-F36C12B61CC5}"/>
              </a:ext>
            </a:extLst>
          </p:cNvPr>
          <p:cNvSpPr/>
          <p:nvPr/>
        </p:nvSpPr>
        <p:spPr>
          <a:xfrm>
            <a:off x="12395940" y="15483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6B81AD6F-AD88-3615-0624-BCF78BE8A3FA}"/>
              </a:ext>
            </a:extLst>
          </p:cNvPr>
          <p:cNvSpPr/>
          <p:nvPr/>
        </p:nvSpPr>
        <p:spPr>
          <a:xfrm>
            <a:off x="12395940" y="648175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121;p16">
            <a:extLst>
              <a:ext uri="{FF2B5EF4-FFF2-40B4-BE49-F238E27FC236}">
                <a16:creationId xmlns:a16="http://schemas.microsoft.com/office/drawing/2014/main" id="{FF8D46D3-1F42-0355-B466-7668E42E1D39}"/>
              </a:ext>
            </a:extLst>
          </p:cNvPr>
          <p:cNvSpPr/>
          <p:nvPr/>
        </p:nvSpPr>
        <p:spPr>
          <a:xfrm>
            <a:off x="18881636" y="603250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: 68338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CDC54219-356C-4739-AD0B-C000713F0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1A21C88A-FF69-7DBB-3D0E-D5DCEC49D2E4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2E4A2B31-BD0B-5F75-A81C-63AF21BF28EC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3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691107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CA77B1C2-A004-A9A1-830F-53B787D6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999E0134-6D34-E5F8-3E85-EC5D33B7B86B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8AC8E86E-9EFD-6F3E-FE85-934F6BDC1DE3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4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2460394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276A673A-3C8E-4167-E0F9-EE1C55E9E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94161A19-776B-997F-23A4-858A22AF3412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088171E6-E9BA-5177-88E8-2DE2A999389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AEA8A37-97A6-F2E8-E5FC-457FC1A81CD1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7F37EAE2-3330-926F-61AC-1D50780D3718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A8ABCEC0-E864-8785-E9AE-A88694E60632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3BEDC2EC-A63D-F165-5A88-6431F1655ABE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6D555EB9-7D5F-493F-AA25-50422DDE4928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787831D-6457-A4B3-F963-D910EC0D7E0D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B04546C-2D79-6429-A1DE-4FF0004620CC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26D38A50-C71E-885E-1A3E-448C9A1BB5C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A542019A-281C-A712-1C3A-7EAA9F8D85A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C98DBDBF-867D-9BC3-E484-6F2BDCE36674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998EDE9E-2E13-FBA2-123C-14F1A2CD68CC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1FEBDE58-49EE-CBC2-5ADD-C634A48BD154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D0FD3737-4D9A-30A5-BE55-8003CEDD3594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CE31001C-F1E4-334A-BF4D-5E5806FA9308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74CB071C-939E-1E4B-036F-6789D482D8FF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C6A2B30D-9E8B-DB58-DB96-C0C54F78ACE7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12E5E83-0EE9-3CC9-8FCE-855D45490734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FBB95AD-ACE3-880B-3CA9-B9C10A01D4C8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855BB797-FC35-A0D0-DE45-292C13398DE4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D3AE1D88-3DBC-4FEE-9596-7AFA6325DD1F}"/>
              </a:ext>
            </a:extLst>
          </p:cNvPr>
          <p:cNvSpPr/>
          <p:nvPr/>
        </p:nvSpPr>
        <p:spPr>
          <a:xfrm>
            <a:off x="6039639" y="825083"/>
            <a:ext cx="2410800" cy="901271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F59D234A-AD90-7A9A-A021-4BF25A04C1C9}"/>
              </a:ext>
            </a:extLst>
          </p:cNvPr>
          <p:cNvSpPr/>
          <p:nvPr/>
        </p:nvSpPr>
        <p:spPr>
          <a:xfrm>
            <a:off x="6264864" y="2222750"/>
            <a:ext cx="2884105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9122DCF9-B5DD-6D06-A08F-60E5F9692EBB}"/>
              </a:ext>
            </a:extLst>
          </p:cNvPr>
          <p:cNvSpPr/>
          <p:nvPr/>
        </p:nvSpPr>
        <p:spPr>
          <a:xfrm>
            <a:off x="15607166" y="4297512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B9DB896B-7CB5-0609-1298-F36A6898D816}"/>
              </a:ext>
            </a:extLst>
          </p:cNvPr>
          <p:cNvSpPr/>
          <p:nvPr/>
        </p:nvSpPr>
        <p:spPr>
          <a:xfrm>
            <a:off x="6443739" y="3457876"/>
            <a:ext cx="2884105" cy="641876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B30C688A-1011-C4B7-A86C-D04A0EE21186}"/>
              </a:ext>
            </a:extLst>
          </p:cNvPr>
          <p:cNvSpPr/>
          <p:nvPr/>
        </p:nvSpPr>
        <p:spPr>
          <a:xfrm>
            <a:off x="6622614" y="4777838"/>
            <a:ext cx="2884105" cy="509880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28D15982-7395-B550-BD38-DA8501FEE0F9}"/>
              </a:ext>
            </a:extLst>
          </p:cNvPr>
          <p:cNvSpPr/>
          <p:nvPr/>
        </p:nvSpPr>
        <p:spPr>
          <a:xfrm>
            <a:off x="15607166" y="265795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BB304D12-8B85-73EF-EBB9-8B924D93B6C1}"/>
              </a:ext>
            </a:extLst>
          </p:cNvPr>
          <p:cNvSpPr/>
          <p:nvPr/>
        </p:nvSpPr>
        <p:spPr>
          <a:xfrm>
            <a:off x="15532407" y="96815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FB7D3E3E-613D-EC3A-2E84-B0A17FD56948}"/>
              </a:ext>
            </a:extLst>
          </p:cNvPr>
          <p:cNvSpPr/>
          <p:nvPr/>
        </p:nvSpPr>
        <p:spPr>
          <a:xfrm>
            <a:off x="15607166" y="748029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D1E81CC8-A85D-4C03-876F-10BA27A076F0}"/>
              </a:ext>
            </a:extLst>
          </p:cNvPr>
          <p:cNvSpPr/>
          <p:nvPr/>
        </p:nvSpPr>
        <p:spPr>
          <a:xfrm>
            <a:off x="12395940" y="589806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6D6DB528-7FA3-332E-8C77-B250832D0184}"/>
              </a:ext>
            </a:extLst>
          </p:cNvPr>
          <p:cNvSpPr/>
          <p:nvPr/>
        </p:nvSpPr>
        <p:spPr>
          <a:xfrm>
            <a:off x="12423686" y="902373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707F0F55-CD7B-238D-CFF7-FDA98CDF2B78}"/>
              </a:ext>
            </a:extLst>
          </p:cNvPr>
          <p:cNvSpPr/>
          <p:nvPr/>
        </p:nvSpPr>
        <p:spPr>
          <a:xfrm>
            <a:off x="12395940" y="111941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7392959A-8667-CD23-5CD7-3DD2625BDBCD}"/>
              </a:ext>
            </a:extLst>
          </p:cNvPr>
          <p:cNvSpPr/>
          <p:nvPr/>
        </p:nvSpPr>
        <p:spPr>
          <a:xfrm>
            <a:off x="15607166" y="613313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" name="Google Shape;121;p16">
            <a:extLst>
              <a:ext uri="{FF2B5EF4-FFF2-40B4-BE49-F238E27FC236}">
                <a16:creationId xmlns:a16="http://schemas.microsoft.com/office/drawing/2014/main" id="{B1AF8A98-FF77-6CF3-D7E0-569F85AE60A2}"/>
              </a:ext>
            </a:extLst>
          </p:cNvPr>
          <p:cNvSpPr/>
          <p:nvPr/>
        </p:nvSpPr>
        <p:spPr>
          <a:xfrm>
            <a:off x="15654801" y="9220841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CE6B0747-7778-571D-B159-ED8C72AE70EE}"/>
              </a:ext>
            </a:extLst>
          </p:cNvPr>
          <p:cNvSpPr/>
          <p:nvPr/>
        </p:nvSpPr>
        <p:spPr>
          <a:xfrm>
            <a:off x="15607166" y="81816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" name="Google Shape;121;p16">
            <a:extLst>
              <a:ext uri="{FF2B5EF4-FFF2-40B4-BE49-F238E27FC236}">
                <a16:creationId xmlns:a16="http://schemas.microsoft.com/office/drawing/2014/main" id="{619324BE-2717-F412-7BAE-7E39BDDC0F7D}"/>
              </a:ext>
            </a:extLst>
          </p:cNvPr>
          <p:cNvSpPr/>
          <p:nvPr/>
        </p:nvSpPr>
        <p:spPr>
          <a:xfrm>
            <a:off x="15607166" y="4977406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" name="Google Shape;121;p16">
            <a:extLst>
              <a:ext uri="{FF2B5EF4-FFF2-40B4-BE49-F238E27FC236}">
                <a16:creationId xmlns:a16="http://schemas.microsoft.com/office/drawing/2014/main" id="{DCCFD43A-CECE-D383-B3F9-1A15A03BD2F8}"/>
              </a:ext>
            </a:extLst>
          </p:cNvPr>
          <p:cNvSpPr/>
          <p:nvPr/>
        </p:nvSpPr>
        <p:spPr>
          <a:xfrm>
            <a:off x="15607166" y="326538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" name="Google Shape;121;p16">
            <a:extLst>
              <a:ext uri="{FF2B5EF4-FFF2-40B4-BE49-F238E27FC236}">
                <a16:creationId xmlns:a16="http://schemas.microsoft.com/office/drawing/2014/main" id="{5403ED1A-F517-F3DA-3358-5A3A8CAA2BCE}"/>
              </a:ext>
            </a:extLst>
          </p:cNvPr>
          <p:cNvSpPr/>
          <p:nvPr/>
        </p:nvSpPr>
        <p:spPr>
          <a:xfrm>
            <a:off x="15532407" y="15944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" name="Google Shape;121;p16">
            <a:extLst>
              <a:ext uri="{FF2B5EF4-FFF2-40B4-BE49-F238E27FC236}">
                <a16:creationId xmlns:a16="http://schemas.microsoft.com/office/drawing/2014/main" id="{AA31E5A5-1CDC-FB0A-3024-F64CAD1393BB}"/>
              </a:ext>
            </a:extLst>
          </p:cNvPr>
          <p:cNvSpPr/>
          <p:nvPr/>
        </p:nvSpPr>
        <p:spPr>
          <a:xfrm>
            <a:off x="12402922" y="2682321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" name="Google Shape;121;p16">
            <a:extLst>
              <a:ext uri="{FF2B5EF4-FFF2-40B4-BE49-F238E27FC236}">
                <a16:creationId xmlns:a16="http://schemas.microsoft.com/office/drawing/2014/main" id="{FC565C52-AD9E-143A-25BF-4946958FE19E}"/>
              </a:ext>
            </a:extLst>
          </p:cNvPr>
          <p:cNvSpPr/>
          <p:nvPr/>
        </p:nvSpPr>
        <p:spPr>
          <a:xfrm>
            <a:off x="12402922" y="415751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" name="Google Shape;121;p16">
            <a:extLst>
              <a:ext uri="{FF2B5EF4-FFF2-40B4-BE49-F238E27FC236}">
                <a16:creationId xmlns:a16="http://schemas.microsoft.com/office/drawing/2014/main" id="{DE963885-06CC-64DA-7845-B81694A0D890}"/>
              </a:ext>
            </a:extLst>
          </p:cNvPr>
          <p:cNvSpPr/>
          <p:nvPr/>
        </p:nvSpPr>
        <p:spPr>
          <a:xfrm>
            <a:off x="12423686" y="737585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" name="Google Shape;121;p16">
            <a:extLst>
              <a:ext uri="{FF2B5EF4-FFF2-40B4-BE49-F238E27FC236}">
                <a16:creationId xmlns:a16="http://schemas.microsoft.com/office/drawing/2014/main" id="{60D6D72C-2512-56DD-F052-4FBE937059AB}"/>
              </a:ext>
            </a:extLst>
          </p:cNvPr>
          <p:cNvSpPr/>
          <p:nvPr/>
        </p:nvSpPr>
        <p:spPr>
          <a:xfrm>
            <a:off x="9745929" y="582672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" name="Google Shape;121;p16">
            <a:extLst>
              <a:ext uri="{FF2B5EF4-FFF2-40B4-BE49-F238E27FC236}">
                <a16:creationId xmlns:a16="http://schemas.microsoft.com/office/drawing/2014/main" id="{D6490F7B-D149-8F1D-51F3-EA1AD7A8BCA4}"/>
              </a:ext>
            </a:extLst>
          </p:cNvPr>
          <p:cNvSpPr/>
          <p:nvPr/>
        </p:nvSpPr>
        <p:spPr>
          <a:xfrm>
            <a:off x="9735861" y="881256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121;p16">
            <a:extLst>
              <a:ext uri="{FF2B5EF4-FFF2-40B4-BE49-F238E27FC236}">
                <a16:creationId xmlns:a16="http://schemas.microsoft.com/office/drawing/2014/main" id="{E90BDC21-53F1-27FF-1B6D-8138E92A6B09}"/>
              </a:ext>
            </a:extLst>
          </p:cNvPr>
          <p:cNvSpPr/>
          <p:nvPr/>
        </p:nvSpPr>
        <p:spPr>
          <a:xfrm>
            <a:off x="9414628" y="1271118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" name="Google Shape;121;p16">
            <a:extLst>
              <a:ext uri="{FF2B5EF4-FFF2-40B4-BE49-F238E27FC236}">
                <a16:creationId xmlns:a16="http://schemas.microsoft.com/office/drawing/2014/main" id="{AEB5770A-114E-19A6-70C5-1DC0886AD4AF}"/>
              </a:ext>
            </a:extLst>
          </p:cNvPr>
          <p:cNvSpPr/>
          <p:nvPr/>
        </p:nvSpPr>
        <p:spPr>
          <a:xfrm>
            <a:off x="9735861" y="9524639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" name="Google Shape;121;p16">
            <a:extLst>
              <a:ext uri="{FF2B5EF4-FFF2-40B4-BE49-F238E27FC236}">
                <a16:creationId xmlns:a16="http://schemas.microsoft.com/office/drawing/2014/main" id="{11111CBA-DAA2-BE6C-0011-A1B3C0A969B6}"/>
              </a:ext>
            </a:extLst>
          </p:cNvPr>
          <p:cNvSpPr/>
          <p:nvPr/>
        </p:nvSpPr>
        <p:spPr>
          <a:xfrm>
            <a:off x="9745929" y="7559935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121;p16">
            <a:extLst>
              <a:ext uri="{FF2B5EF4-FFF2-40B4-BE49-F238E27FC236}">
                <a16:creationId xmlns:a16="http://schemas.microsoft.com/office/drawing/2014/main" id="{0AF5B3E6-751E-F04E-EBD5-D8B6512097F8}"/>
              </a:ext>
            </a:extLst>
          </p:cNvPr>
          <p:cNvSpPr/>
          <p:nvPr/>
        </p:nvSpPr>
        <p:spPr>
          <a:xfrm>
            <a:off x="9657648" y="4339391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" name="Google Shape;121;p16">
            <a:extLst>
              <a:ext uri="{FF2B5EF4-FFF2-40B4-BE49-F238E27FC236}">
                <a16:creationId xmlns:a16="http://schemas.microsoft.com/office/drawing/2014/main" id="{17FFF2D9-AFF2-50D5-4B27-C8F96A47A498}"/>
              </a:ext>
            </a:extLst>
          </p:cNvPr>
          <p:cNvSpPr/>
          <p:nvPr/>
        </p:nvSpPr>
        <p:spPr>
          <a:xfrm>
            <a:off x="9533166" y="2867401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121;p16">
            <a:extLst>
              <a:ext uri="{FF2B5EF4-FFF2-40B4-BE49-F238E27FC236}">
                <a16:creationId xmlns:a16="http://schemas.microsoft.com/office/drawing/2014/main" id="{40082015-5236-737F-1643-0998FA6EBDAF}"/>
              </a:ext>
            </a:extLst>
          </p:cNvPr>
          <p:cNvSpPr/>
          <p:nvPr/>
        </p:nvSpPr>
        <p:spPr>
          <a:xfrm>
            <a:off x="9745929" y="6502342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88175161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514</Words>
  <Application>Microsoft Office PowerPoint</Application>
  <PresentationFormat>Custom</PresentationFormat>
  <Paragraphs>114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Consolas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Tomas Moreira da Silva</cp:lastModifiedBy>
  <cp:revision>3</cp:revision>
  <dcterms:modified xsi:type="dcterms:W3CDTF">2025-11-07T00:59:46Z</dcterms:modified>
</cp:coreProperties>
</file>