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  <p:sldId id="279" r:id="rId22"/>
    <p:sldId id="280" r:id="rId23"/>
    <p:sldId id="281" r:id="rId24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24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9B1618B-27A0-70CC-95C7-0E6DB7D42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E6BF7EC5-11DB-C986-C818-2CC28240D3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6854550A-FCCF-5D83-8AC0-2422D0BD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573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3B6E81E-3FBB-A8B8-B886-C0DE1288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7E5CEE2-BC08-07F4-11B2-A005DBA966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00FB9EA-44A4-A59D-B720-8FE2508A4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19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606F21FA-2B21-6043-B52D-E3DD9BD5D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EF352E9E-C058-66C8-8D1E-CC0542E64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2DA8749-FB58-2800-5958-3E1D401436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121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A453F8-ECD9-7141-CDD6-109E3B8B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85D624E0-D4E0-CC9A-3DD9-A4597601F9FE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9C56FCB9-BF84-7C9F-90D9-4FBBF200DCB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6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49578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88A0C36-91A8-424E-47D0-C9FFA7AA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77EDF78-783E-1055-3E26-0C71D312180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98D767B-8ACB-D271-F132-A0E445653DA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2FCA0D5B-8F24-0836-052A-2EDA5068EB7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B6639257-54CA-F8F2-4D34-C5970A25491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F924E555-3E0F-E013-8627-B264192983A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E16B341-9D7F-CADA-B9AE-E1125E77F57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AA6B421-B4E1-CC48-6694-DFA17776975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16D7FC1-2721-9ABA-87C7-7ED7F357E8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D220198-1226-64AA-ED17-6F832D349B6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B0061229-9FB6-1392-3177-6FEED81A8725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FE2DB45-6CA0-0905-DB19-91DA1397CDA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497C966-1D35-ED7F-F938-169BBE04EE1A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835B2663-0890-96B6-07DC-4DA497028CE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9850700-3A1C-F3DA-D4C1-BA2F915CC86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25B3A0D-8E09-8D6D-87F4-6527CB687C3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4F7ADC3-A67C-C392-602B-A6691E12973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8EADD84-B48E-2466-1EBD-CBF5C7DC060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EEB9402-294C-D6EE-0ECD-BDCFE13115E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8933AE8-4E26-2CF1-7F39-C385B676EB9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A10CF88-7570-5F3D-B88A-F08F621A4BB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291A0CC3-4110-4639-1C79-D3DD3C4BE93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3D597083-EB0F-4290-8143-BF179502298F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Acabar de implementar o gerador de mapa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07784F17-3532-FD63-B1B6-5CC770A9A748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Acabar de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0FF2637C-A33B-57B4-748E-01BCA8231306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Acabar de implementar as diferentes condições climatéricas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A9D5649-F694-D8B5-7DC3-7475446F2EB4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AA76463-0120-A363-0737-1D738CF2A3BD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232B6B6E-700E-8286-71A1-6EE06569DF3A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05A6E3C-76D1-F106-727D-8DB93F2D4F8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8C1938A-8197-12AB-8260-ED0931FE9A60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9886EED-CED5-BB23-19B3-3BF9AAFDA0BE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EBE4B65A-AE86-108F-6788-C23D95550E8C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F0FA35D7-9139-A2A0-6CC2-62013B2B0BBD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DA60474-BBB9-8711-8A19-AE7C60FA91EB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9AB6F074-F751-26EF-7D7D-8737CC46C84E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6798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4A943328-785A-E29B-AB2A-4D2A05FC6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9F13374-F78C-AD8E-6990-67454CDB8E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22B1715B-B0EA-CEE4-5E51-1EC35ECE3A2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3BF77B78-4886-1159-6173-545795109F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89CDBF29-B239-8926-7DFC-F090B5F22D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2048A09-B4EB-AE5E-FB46-678DF6A685F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27A5B666-8FEB-C601-F640-AFF6918D616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4686B43A-76A6-F4B8-2BDC-E256EE80F1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806F9C96-6E39-79B2-A816-6BD0CAB6DC9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E521A9CC-31A5-5FAA-F7E4-F6C595DF619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48FECDA-C7BD-14CB-AC1A-C20AF905E499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9AE07E07-62EE-DF0C-BBA1-C0B8BE8B74B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C133FF5-D8D7-79AB-DA4A-7B08166C64E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C55A161-900E-DD2E-ED6A-1B39AAD8B2A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B98A1E3-A2C3-CF04-53CA-F0EB6CF0129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C5E52549-E9B3-FBB3-E232-A78E2564797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0C8E30B-2B5F-6D0C-0A7B-3E694EC10C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A9BE16D-E72E-7895-EC5B-8382E9CA171A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8FD56A0-C44E-03ED-9A4A-4E54E2A5BAE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D72093-2ACB-0387-C6E8-506A1308093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85B59DC2-D1CE-EEF1-89BB-609D0FC1CD1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C873F4F-6C71-F84A-0DD7-13323124962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A10F264-644F-ABE0-7824-34D0F4708A10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72925EA-32E9-5AD5-80FE-6685DF5E21DC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ED4BB08E-DED3-DC2B-8E63-4BDA60D6AF64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BEF1B6F1-8FB8-9FE0-1753-62E155ABC3B4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606BEAF-9116-4F00-8812-64682D257184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929F78E0-460F-8738-6BAD-E9AC471B30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7941DD71-F202-F4A0-7B0D-8269DED1F424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E182894F-059D-7592-5B69-8062FAFEDA38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5DE13A3A-6939-390F-0212-85EBC489CED2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94350274-4D68-8DD9-B2AD-A15404260A94}"/>
              </a:ext>
            </a:extLst>
          </p:cNvPr>
          <p:cNvSpPr/>
          <p:nvPr/>
        </p:nvSpPr>
        <p:spPr>
          <a:xfrm>
            <a:off x="12395940" y="894605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740378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1995</Words>
  <Application>Microsoft Office PowerPoint</Application>
  <PresentationFormat>Personalizados</PresentationFormat>
  <Paragraphs>437</Paragraphs>
  <Slides>23</Slides>
  <Notes>23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23</vt:i4>
      </vt:variant>
    </vt:vector>
  </HeadingPairs>
  <TitlesOfParts>
    <vt:vector size="26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João Pedro Fernandes</cp:lastModifiedBy>
  <cp:revision>13</cp:revision>
  <dcterms:modified xsi:type="dcterms:W3CDTF">2025-11-22T13:49:56Z</dcterms:modified>
</cp:coreProperties>
</file>