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258" y="7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1632</Words>
  <Application>Microsoft Office PowerPoint</Application>
  <PresentationFormat>Personalizados</PresentationFormat>
  <Paragraphs>377</Paragraphs>
  <Slides>20</Slides>
  <Notes>20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20</vt:i4>
      </vt:variant>
    </vt:vector>
  </HeadingPairs>
  <TitlesOfParts>
    <vt:vector size="23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André Narquel</cp:lastModifiedBy>
  <cp:revision>10</cp:revision>
  <dcterms:modified xsi:type="dcterms:W3CDTF">2025-11-16T19:30:51Z</dcterms:modified>
</cp:coreProperties>
</file>