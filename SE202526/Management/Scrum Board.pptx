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2" r:id="rId25"/>
    <p:sldId id="283" r:id="rId26"/>
    <p:sldId id="284" r:id="rId27"/>
    <p:sldId id="285" r:id="rId28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56" autoAdjust="0"/>
  </p:normalViewPr>
  <p:slideViewPr>
    <p:cSldViewPr snapToGrid="0">
      <p:cViewPr varScale="1">
        <p:scale>
          <a:sx n="57" d="100"/>
          <a:sy n="57" d="100"/>
        </p:scale>
        <p:origin x="966" y="96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606F21FA-2B21-6043-B52D-E3DD9BD5D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EF352E9E-C058-66C8-8D1E-CC0542E64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2DA8749-FB58-2800-5958-3E1D401436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1211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11F47C8-CD0E-EFC0-BDD5-E64BC118C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38726B4-9622-9675-460E-BD2B87E70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B2F7FEB-CF25-917F-1D6C-A61FEDC41B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9443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7C990A4-4BC8-B752-C7CE-7A6FF64E7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CA9AAF5-D601-17BD-F402-FBAED6BAC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BACFEDD-E386-13B7-A3ED-5DF801ECB0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6136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3E62D5AC-25CF-CD2A-4080-A2E81C1F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8838AE70-AA20-AF1F-AEC4-91C5C0DC1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45DDB21-10D2-9DF2-2D5B-390714565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78351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FEDCF4-1D3F-A876-EC7F-E063FB17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CFDEC4F2-FB39-8EF1-AF8A-6BA7BF2E9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7B83622-7EF1-000E-F7B3-8D56357C5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4284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4A943328-785A-E29B-AB2A-4D2A05FC6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9F13374-F78C-AD8E-6990-67454CDB8E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22B1715B-B0EA-CEE4-5E51-1EC35ECE3A2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3BF77B78-4886-1159-6173-545795109F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89CDBF29-B239-8926-7DFC-F090B5F22D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2048A09-B4EB-AE5E-FB46-678DF6A685F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27A5B666-8FEB-C601-F640-AFF6918D616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4686B43A-76A6-F4B8-2BDC-E256EE80F1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806F9C96-6E39-79B2-A816-6BD0CAB6DC9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E521A9CC-31A5-5FAA-F7E4-F6C595DF619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48FECDA-C7BD-14CB-AC1A-C20AF905E499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9AE07E07-62EE-DF0C-BBA1-C0B8BE8B74B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C133FF5-D8D7-79AB-DA4A-7B08166C64E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C55A161-900E-DD2E-ED6A-1B39AAD8B2A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B98A1E3-A2C3-CF04-53CA-F0EB6CF0129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C5E52549-E9B3-FBB3-E232-A78E2564797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0C8E30B-2B5F-6D0C-0A7B-3E694EC10C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A9BE16D-E72E-7895-EC5B-8382E9CA171A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8FD56A0-C44E-03ED-9A4A-4E54E2A5BAE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D72093-2ACB-0387-C6E8-506A1308093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85B59DC2-D1CE-EEF1-89BB-609D0FC1CD1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C873F4F-6C71-F84A-0DD7-13323124962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A10F264-644F-ABE0-7824-34D0F4708A10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72925EA-32E9-5AD5-80FE-6685DF5E21DC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ED4BB08E-DED3-DC2B-8E63-4BDA60D6AF64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BEF1B6F1-8FB8-9FE0-1753-62E155ABC3B4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606BEAF-9116-4F00-8812-64682D257184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929F78E0-460F-8738-6BAD-E9AC471B30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7941DD71-F202-F4A0-7B0D-8269DED1F424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E182894F-059D-7592-5B69-8062FAFEDA38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5DE13A3A-6939-390F-0212-85EBC489CED2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94350274-4D68-8DD9-B2AD-A15404260A94}"/>
              </a:ext>
            </a:extLst>
          </p:cNvPr>
          <p:cNvSpPr/>
          <p:nvPr/>
        </p:nvSpPr>
        <p:spPr>
          <a:xfrm>
            <a:off x="12395940" y="894605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7403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F9E85B5D-FC84-D2D4-4E1F-4727C764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47FE4E93-58BE-6BCA-F348-ABFECD54BA2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3E08A80-6406-3243-AA15-9A32B89F703D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B766C8BB-9C1C-C812-78D6-ADF10B5330C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2DA2C03-21CB-0279-7188-179D1987853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D74CCBD2-2A8B-CE03-A44D-2026B189011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D76B7A0-C5FB-0F50-0BEB-4AA072E00F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97AA720-78A6-8660-5802-13ABA8179A3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EBBFF82B-E7C5-8DA3-48A6-F78E8D19BB6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259EB59-B273-F2DB-06DF-675D24754971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55DC087E-745A-CF31-CAC7-0B8C8673F7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DA534EC-E995-21D9-4ACF-4F2A6AD07B7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76697D3-F098-B859-4770-1D8FF517EA5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52A52FAC-76B2-F704-781C-CD0063BE627E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ECB4353-E440-A9BB-BD0C-1A56B112E6E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EEC22EA1-A931-13F1-9761-991C769F43F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33251596-01CF-6617-6B2B-D9144C95B4AB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1E7C6928-90D1-CF6D-BD5E-3436820C16A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CFEA7C7-F3F9-84A8-77E2-A78AE9233EE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85273765-67E8-BB48-AD7C-8C86130B67F1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22F3ED50-C031-2025-955B-D50A506816B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AA0E5BFF-83AC-CFFD-C788-1B75F342BDD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A111D6-AFBA-EBD9-48F0-7FACABD6E572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039AC44D-89BA-A4D7-E2B9-854A90D3B1F4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38E0B706-5871-FBBB-1A01-B68FF5359838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6D7B61FE-FF7D-243C-505F-53C496B5D7E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708FE690-0101-BE6B-CCF2-D391717C05CA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FB81A080-CF90-FB94-50B9-82E6886A5A59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F8620EEB-DBF2-7CC7-E189-D55301A96F58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DFA277F6-FAC1-F983-E958-3655E8AF52C5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87533D02-062A-4DEB-31C2-2FCBBD1A55C5}"/>
              </a:ext>
            </a:extLst>
          </p:cNvPr>
          <p:cNvSpPr/>
          <p:nvPr/>
        </p:nvSpPr>
        <p:spPr>
          <a:xfrm>
            <a:off x="15532407" y="5825394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B34C950C-E7E1-AD55-EA22-8FC5D1D0E711}"/>
              </a:ext>
            </a:extLst>
          </p:cNvPr>
          <p:cNvSpPr/>
          <p:nvPr/>
        </p:nvSpPr>
        <p:spPr>
          <a:xfrm>
            <a:off x="15532407" y="8942591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11577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67BCF3-4EEE-F954-B31F-231A955F4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C96BC3E2-3910-46E0-22E5-9966B070CFDA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A584C17B-83DF-B6AE-9CA8-2F3EF7AEBB3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7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840798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7C1B8A25-C821-AD96-D37C-2201BBCEE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FE9FC7AE-4350-FFDD-A663-9151401CEF4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8554E17-F288-2485-C4F3-1C73E573BEB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EE63DA7-371E-31F8-4802-56192351BEDD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C6AD373A-D0E8-6C85-95B8-61EE6C46682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B97E51-61C7-2F8A-1B09-8B30499A060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F024E59C-02FE-6BA9-EF4F-6E127DF6FB26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96EA5CF9-C618-437F-5A70-08B7FB00617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09F45951-51C3-6918-0A63-F119FAB2958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AAB4011C-C097-FECA-EE7E-BBCADB77304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45008102-40A6-D1DF-96BD-C4F3480FED5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57ABBE-AA3F-70B1-E50E-8F3611AA10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EAFF5A6-D492-1049-DE1E-BD06B51C2E9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4EBAD19-4E4C-FA6C-AE9A-539B811A77A7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A47C608B-763E-4E56-53CD-7DC9E35FB24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F5BE43E-E3B7-487C-50CF-56D0A99A16E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AE969579-889B-4F34-6B53-3B1A2E0FC74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F891185-8E1D-56B1-6084-57C91FA7644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6C4BE80-BC25-8FB5-90F6-0F017EAFC7E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93C3D12-CDEB-E2DA-3FDB-03BA6A95EAB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DEDD67D-ED1D-3329-E03F-C4B9C3F2A3E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756FE5E-D13D-D08A-2B42-EF680989A32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B7BE298-0344-D3DC-EDE1-D67A5BE797E0}"/>
              </a:ext>
            </a:extLst>
          </p:cNvPr>
          <p:cNvSpPr/>
          <p:nvPr/>
        </p:nvSpPr>
        <p:spPr>
          <a:xfrm>
            <a:off x="6127942" y="3789573"/>
            <a:ext cx="3204918" cy="15373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25B559BB-F940-760D-08AA-F65F031BD451}"/>
              </a:ext>
            </a:extLst>
          </p:cNvPr>
          <p:cNvSpPr/>
          <p:nvPr/>
        </p:nvSpPr>
        <p:spPr>
          <a:xfrm>
            <a:off x="6127942" y="7203407"/>
            <a:ext cx="3184194" cy="15141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catastrofes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DA9B6304-D657-E982-7FD4-64FA8B96F0AF}"/>
              </a:ext>
            </a:extLst>
          </p:cNvPr>
          <p:cNvSpPr/>
          <p:nvPr/>
        </p:nvSpPr>
        <p:spPr>
          <a:xfrm>
            <a:off x="6200057" y="917871"/>
            <a:ext cx="2943942" cy="268245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8D595D3-F6C8-B740-019D-3C36A4D731CA}"/>
              </a:ext>
            </a:extLst>
          </p:cNvPr>
          <p:cNvSpPr/>
          <p:nvPr/>
        </p:nvSpPr>
        <p:spPr>
          <a:xfrm>
            <a:off x="6127942" y="5530416"/>
            <a:ext cx="3184191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EB0AA07-673C-E198-DD15-32AD87C01227}"/>
              </a:ext>
            </a:extLst>
          </p:cNvPr>
          <p:cNvSpPr/>
          <p:nvPr/>
        </p:nvSpPr>
        <p:spPr>
          <a:xfrm>
            <a:off x="9555665" y="4360319"/>
            <a:ext cx="2449608" cy="94615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CA3E6AF5-C65C-7254-22F7-C651418ADFBF}"/>
              </a:ext>
            </a:extLst>
          </p:cNvPr>
          <p:cNvSpPr/>
          <p:nvPr/>
        </p:nvSpPr>
        <p:spPr>
          <a:xfrm>
            <a:off x="9594473" y="7365723"/>
            <a:ext cx="2410800" cy="104159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B39DDB29-43EA-2E91-1C24-34E9FA3317B9}"/>
              </a:ext>
            </a:extLst>
          </p:cNvPr>
          <p:cNvSpPr/>
          <p:nvPr/>
        </p:nvSpPr>
        <p:spPr>
          <a:xfrm>
            <a:off x="9555665" y="977068"/>
            <a:ext cx="2410800" cy="25496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F9FA722D-0C29-FFD6-3A52-F1EFAF774B80}"/>
              </a:ext>
            </a:extLst>
          </p:cNvPr>
          <p:cNvSpPr/>
          <p:nvPr/>
        </p:nvSpPr>
        <p:spPr>
          <a:xfrm>
            <a:off x="9594473" y="9115374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774F3E31-8F85-7DC1-FE80-F7EBB8F71207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Terminar tsunami e earthquake spawners.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2E70AA5A-8D44-4BAA-3E72-972613D1910B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D35345B3-FE6D-E59C-3F4E-4B74316595DA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C26CAFA7-BD7F-EA68-2370-3B25E91E09FB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9174B470-1A69-92FC-6E0D-8AF9B2BEDEE6}"/>
              </a:ext>
            </a:extLst>
          </p:cNvPr>
          <p:cNvSpPr/>
          <p:nvPr/>
        </p:nvSpPr>
        <p:spPr>
          <a:xfrm>
            <a:off x="6073006" y="8884240"/>
            <a:ext cx="3239127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2B47F683-630C-9164-86A5-E9DA21ACA18F}"/>
              </a:ext>
            </a:extLst>
          </p:cNvPr>
          <p:cNvSpPr/>
          <p:nvPr/>
        </p:nvSpPr>
        <p:spPr>
          <a:xfrm>
            <a:off x="9555665" y="6101100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6274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8B40F53-7C80-5485-64A7-49C6B6A8D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542070C5-6431-B5F0-8372-E369FDB6D570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A475E9F0-077B-640C-CC2C-431DBA9CE48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AFB6FC-A304-815E-465B-46CE5E66C3DD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C05F7EE9-B3DE-C9A5-5559-FE2DEE5C2EF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772A143-6B7D-B705-CB8F-DE3A787555FC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825F796-654E-471F-F89C-57464C79DC5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7ED55001-6730-D01F-A5DD-E307994EC05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B668A3DD-B32E-93AD-C5BD-4658382E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955466E-5E95-1672-BF12-C595137AC2F5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5C747A2C-69F0-E415-453A-0694816748B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0D0F128-CB48-3992-A275-7D3321E4BAED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9F8FB354-8780-7D79-3499-0656846FFB0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0F90484-CDB3-AABB-CFE7-D00AD45D9DF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D97126C-2194-7CA4-A3DB-040305EFBAF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6515A5F8-EE33-DF07-886D-83332148AEAD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BE4865-C87B-9909-2CFE-8EA80F10ADB6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A2F84E6-CDC0-C8DB-A9EB-A5CED20F8BB5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78EE480A-111E-47E8-85AE-F2AE29A815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2FC4B4F-39A1-0988-C550-C1F4AE228169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7C1A36D-0E2C-02FE-F4AE-0B2BAEEAAF1B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3F0D196-DFE1-3633-DE00-DCAFFC2C258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1D777F4-DFB9-E8C3-6844-3A3DF488B499}"/>
              </a:ext>
            </a:extLst>
          </p:cNvPr>
          <p:cNvSpPr/>
          <p:nvPr/>
        </p:nvSpPr>
        <p:spPr>
          <a:xfrm>
            <a:off x="6127942" y="3789573"/>
            <a:ext cx="3204918" cy="153731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terminar tsunami e earthquake spawners, no que toca às suas animações bem como alguma lógica de movimento de “builds”.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5A78AB-AFAE-8858-A76A-768D8BDABB19}"/>
              </a:ext>
            </a:extLst>
          </p:cNvPr>
          <p:cNvSpPr/>
          <p:nvPr/>
        </p:nvSpPr>
        <p:spPr>
          <a:xfrm>
            <a:off x="6127942" y="7203407"/>
            <a:ext cx="3184194" cy="15141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uma abstract class que ligue as 3 catastrofes naturais, para melhorar a qualidade do código.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2CE298D-41DD-E646-0618-A0CC580CC6D4}"/>
              </a:ext>
            </a:extLst>
          </p:cNvPr>
          <p:cNvSpPr/>
          <p:nvPr/>
        </p:nvSpPr>
        <p:spPr>
          <a:xfrm>
            <a:off x="6200057" y="917871"/>
            <a:ext cx="2943942" cy="268245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plicar sistema de ranking baseado nas waves derrotadas ecriar uma interface apelativa para o jogador, bem como finalizar as waves do modo semanal.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E48C8707-D518-1BA1-2607-70FA8251DDD8}"/>
              </a:ext>
            </a:extLst>
          </p:cNvPr>
          <p:cNvSpPr/>
          <p:nvPr/>
        </p:nvSpPr>
        <p:spPr>
          <a:xfrm>
            <a:off x="6127942" y="5530416"/>
            <a:ext cx="3184191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331151C-5D03-6B1E-0616-77603A0DF667}"/>
              </a:ext>
            </a:extLst>
          </p:cNvPr>
          <p:cNvSpPr/>
          <p:nvPr/>
        </p:nvSpPr>
        <p:spPr>
          <a:xfrm>
            <a:off x="12404282" y="4366085"/>
            <a:ext cx="2449608" cy="94615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US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US" dirty="0">
                <a:latin typeface="Consolas"/>
                <a:ea typeface="Consolas"/>
                <a:cs typeface="Consolas"/>
                <a:sym typeface="Consolas"/>
              </a:rPr>
              <a:t> tsunami e earthquake spawners.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935FA1DF-2C02-F28C-3E73-D9E9ACB2CD98}"/>
              </a:ext>
            </a:extLst>
          </p:cNvPr>
          <p:cNvSpPr/>
          <p:nvPr/>
        </p:nvSpPr>
        <p:spPr>
          <a:xfrm>
            <a:off x="12443090" y="7484829"/>
            <a:ext cx="2410800" cy="104159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Fazer abstract class para as catastrofes naturais.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32911598-3F6D-FCA6-9B42-D0DE9E7BCE22}"/>
              </a:ext>
            </a:extLst>
          </p:cNvPr>
          <p:cNvSpPr/>
          <p:nvPr/>
        </p:nvSpPr>
        <p:spPr>
          <a:xfrm>
            <a:off x="15532407" y="1316976"/>
            <a:ext cx="2410800" cy="25496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Aplicar sistema de ranking e finalizar as waves do mode semanal.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F7435B39-D2DA-3F89-1647-3F4311FB16A9}"/>
              </a:ext>
            </a:extLst>
          </p:cNvPr>
          <p:cNvSpPr/>
          <p:nvPr/>
        </p:nvSpPr>
        <p:spPr>
          <a:xfrm>
            <a:off x="12443090" y="9060729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92;p15">
            <a:extLst>
              <a:ext uri="{FF2B5EF4-FFF2-40B4-BE49-F238E27FC236}">
                <a16:creationId xmlns:a16="http://schemas.microsoft.com/office/drawing/2014/main" id="{D5FE743F-D8D2-FC81-6496-58BD0180C274}"/>
              </a:ext>
            </a:extLst>
          </p:cNvPr>
          <p:cNvSpPr/>
          <p:nvPr/>
        </p:nvSpPr>
        <p:spPr>
          <a:xfrm>
            <a:off x="6073006" y="8884240"/>
            <a:ext cx="3239127" cy="155277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azer resource trader bot feature, com o qual os jogadores podem fazer trocas de uns recursos por outros durante o jogo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321B21AC-7B43-7200-B2F9-BF25B6995A4D}"/>
              </a:ext>
            </a:extLst>
          </p:cNvPr>
          <p:cNvSpPr/>
          <p:nvPr/>
        </p:nvSpPr>
        <p:spPr>
          <a:xfrm>
            <a:off x="12443090" y="6018221"/>
            <a:ext cx="2410800" cy="780327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resource trader bot feature.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1017157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2634</Words>
  <Application>Microsoft Office PowerPoint</Application>
  <PresentationFormat>Custom</PresentationFormat>
  <Paragraphs>524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Tomás Silva</cp:lastModifiedBy>
  <cp:revision>16</cp:revision>
  <dcterms:modified xsi:type="dcterms:W3CDTF">2025-11-29T22:20:37Z</dcterms:modified>
</cp:coreProperties>
</file>