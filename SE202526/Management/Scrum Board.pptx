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6"/>
    <p:sldId id="263" r:id="rId7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1512" y="3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288</Words>
  <Application>Microsoft Office PowerPoint</Application>
  <PresentationFormat>Personalizados</PresentationFormat>
  <Paragraphs>69</Paragraphs>
  <Slides>6</Slides>
  <Notes>6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6</vt:i4>
      </vt:variant>
    </vt:vector>
  </HeadingPairs>
  <TitlesOfParts>
    <vt:vector size="9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Miguel David Penisga Cordeiro</cp:lastModifiedBy>
  <cp:revision>2</cp:revision>
  <dcterms:modified xsi:type="dcterms:W3CDTF">2025-10-19T18:32:49Z</dcterms:modified>
</cp:coreProperties>
</file>