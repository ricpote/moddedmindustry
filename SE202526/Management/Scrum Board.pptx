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2" r:id="rId6"/>
    <p:sldId id="263" r:id="rId7"/>
    <p:sldId id="271" r:id="rId8"/>
    <p:sldId id="272" r:id="rId9"/>
    <p:sldId id="273" r:id="rId10"/>
    <p:sldId id="265" r:id="rId11"/>
    <p:sldId id="269" r:id="rId12"/>
    <p:sldId id="270" r:id="rId13"/>
    <p:sldId id="266" r:id="rId14"/>
    <p:sldId id="268" r:id="rId15"/>
    <p:sldId id="264" r:id="rId16"/>
    <p:sldId id="267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427" y="38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50b307b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50b307b58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50b307b58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067BC165-7FE9-9C13-993E-88E317AC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D6BE503F-0D3A-9092-9967-FE38341AC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CB1EC056-E2DF-043D-DAE6-96CBD3A5F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57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9D345207-4B9B-DBBB-D7D1-3FAF8744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4587470D-AD96-40C5-CCE4-E41FF1A8E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9F50DF53-8ED0-FC9B-12CE-6A0DD8176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72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D5748BE4-2DEE-2ADD-18CF-9B1C3BB80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BF3B6BAC-5300-F84F-A861-D2EEB2558F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34AD2F16-2829-B007-AD07-8760783CF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006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CA00273-3F04-9391-52AD-605DFE46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>
            <a:extLst>
              <a:ext uri="{FF2B5EF4-FFF2-40B4-BE49-F238E27FC236}">
                <a16:creationId xmlns:a16="http://schemas.microsoft.com/office/drawing/2014/main" id="{16BA3F99-B5B1-AC60-32DE-B6F8360DA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>
            <a:extLst>
              <a:ext uri="{FF2B5EF4-FFF2-40B4-BE49-F238E27FC236}">
                <a16:creationId xmlns:a16="http://schemas.microsoft.com/office/drawing/2014/main" id="{1AD6EF15-17A7-6EFF-F02D-248CCDD42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4168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1836DAB9-CFCC-F167-8E7C-7ED18A002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3582DA3F-EC8D-C6ED-37FC-0FC5788EB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4E236B4B-312C-8058-58D0-36C8E5E3C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86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5A31BB94-A786-6726-3A9A-E9AC3F19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D5C91215-C23A-3F03-3D23-348ED56CD8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E240735F-3D97-53B0-D621-0AAFECA3B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4070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EFE352A-EC05-5D6C-0A05-4D806588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>
            <a:extLst>
              <a:ext uri="{FF2B5EF4-FFF2-40B4-BE49-F238E27FC236}">
                <a16:creationId xmlns:a16="http://schemas.microsoft.com/office/drawing/2014/main" id="{A289F313-2720-CC74-093A-2D2E04E83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>
            <a:extLst>
              <a:ext uri="{FF2B5EF4-FFF2-40B4-BE49-F238E27FC236}">
                <a16:creationId xmlns:a16="http://schemas.microsoft.com/office/drawing/2014/main" id="{E043782D-2724-7FD4-8D1A-F5F3211F9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031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A116704F-8E92-56A5-92D2-DC3DE248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FEFC7ABA-3D67-D0C2-4704-F2FCDFF8A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FC1C8150-F2D3-912C-4D29-A25DB1801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586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477AF97E-BBB7-01EE-C84C-3520A11D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4C561D66-5AED-1555-6E34-487A460A3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C1EFC72D-AE2D-A2E9-9BCD-42A34F495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157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7BE5F236-438F-B60D-B10D-E2D5FFE7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F08961E3-FED8-D7BF-4DDB-D6EEDBE4D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6726A4AD-56CA-5D30-58CC-40AF9DF0F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646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9CFDF11-7E9A-98F6-F6F5-9A0D35B8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>
            <a:extLst>
              <a:ext uri="{FF2B5EF4-FFF2-40B4-BE49-F238E27FC236}">
                <a16:creationId xmlns:a16="http://schemas.microsoft.com/office/drawing/2014/main" id="{21267B66-2123-11D1-AC1A-119024D18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>
            <a:extLst>
              <a:ext uri="{FF2B5EF4-FFF2-40B4-BE49-F238E27FC236}">
                <a16:creationId xmlns:a16="http://schemas.microsoft.com/office/drawing/2014/main" id="{3EFA0D23-17AC-2FA6-0957-0DBBDECBFF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2058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8888A771-CE03-94E4-C93B-9332CFAF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6A3ABE09-EDDD-B6D0-E001-FDF4D8600E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E9B2AA31-51DD-0FC8-4986-A22E1192B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348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D15EBAC5-35B6-0924-EB80-3F05318D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A4EAF0C8-AB39-8A1F-8C2D-392E43D10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1D5189ED-818C-48B2-ED8B-95D007414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3292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90A12D8D-11EF-F019-2459-FA14B4FD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0F015668-C48E-538F-00E5-4FE2C879C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A42D7096-9FF4-585A-7772-DA7700A6A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4953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9B1618B-27A0-70CC-95C7-0E6DB7D4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>
            <a:extLst>
              <a:ext uri="{FF2B5EF4-FFF2-40B4-BE49-F238E27FC236}">
                <a16:creationId xmlns:a16="http://schemas.microsoft.com/office/drawing/2014/main" id="{E6BF7EC5-11DB-C986-C818-2CC28240D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50b307b58_0_258:notes">
            <a:extLst>
              <a:ext uri="{FF2B5EF4-FFF2-40B4-BE49-F238E27FC236}">
                <a16:creationId xmlns:a16="http://schemas.microsoft.com/office/drawing/2014/main" id="{6854550A-FCCF-5D83-8AC0-2422D0BDB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5739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E3B6E81E-3FBB-A8B8-B886-C0DE1288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47E5CEE2-BC08-07F4-11B2-A005DBA96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400FB9EA-44A4-A59D-B720-8FE2508A4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119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606F21FA-2B21-6043-B52D-E3DD9BD5D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EF352E9E-C058-66C8-8D1E-CC0542E64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62DA8749-FB58-2800-5958-3E1D40143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1211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411F47C8-CD0E-EFC0-BDD5-E64BC118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b307b58_0_218:notes">
            <a:extLst>
              <a:ext uri="{FF2B5EF4-FFF2-40B4-BE49-F238E27FC236}">
                <a16:creationId xmlns:a16="http://schemas.microsoft.com/office/drawing/2014/main" id="{A38726B4-9622-9675-460E-BD2B87E70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b307b58_0_218:notes">
            <a:extLst>
              <a:ext uri="{FF2B5EF4-FFF2-40B4-BE49-F238E27FC236}">
                <a16:creationId xmlns:a16="http://schemas.microsoft.com/office/drawing/2014/main" id="{FB2F7FEB-CF25-917F-1D6C-A61FEDC41B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594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1" name="Google Shape;81;p15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" name="Google Shape;82;p15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" name="Google Shape;84;p15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5" name="Google Shape;85;p15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6" name="Google Shape;86;p15"/>
          <p:cNvSpPr/>
          <p:nvPr/>
        </p:nvSpPr>
        <p:spPr>
          <a:xfrm>
            <a:off x="167300" y="8018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US1: Analisar o código do jogo para perceber a implementação do jogo </a:t>
            </a:r>
          </a:p>
        </p:txBody>
      </p:sp>
      <p:cxnSp>
        <p:nvCxnSpPr>
          <p:cNvPr id="91" name="Google Shape;91;p15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5"/>
          <p:cNvSpPr/>
          <p:nvPr/>
        </p:nvSpPr>
        <p:spPr>
          <a:xfrm>
            <a:off x="140775" y="2686900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compreender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suas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funcionalidades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partes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melhorar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16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" name="Google Shape;98;p16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" name="Google Shape;111;p16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4" name="Google Shape;114;p16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9" name="Google Shape;119;p16"/>
          <p:cNvSpPr/>
          <p:nvPr/>
        </p:nvSpPr>
        <p:spPr>
          <a:xfrm>
            <a:off x="12423686" y="895319"/>
            <a:ext cx="2410800" cy="97114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sozinho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12395940" y="255285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outras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pessoas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2" name="Google Shape;122;p16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10C3275F-974C-ACB1-13E0-938D599F9D2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6BA9D3FC-9F54-17D6-E3FB-7A1CAE1809F4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03849011-C058-3D79-4346-49A8EE4F11A8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6228C47D-5666-89FD-F0C6-9A56E1323038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1AB8CBA2-EA1E-DDF8-36C8-50DCE1007E0F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13545A6E-E850-65CA-A97B-5D3DDAB228E4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" name="Google Shape;86;p15">
            <a:extLst>
              <a:ext uri="{FF2B5EF4-FFF2-40B4-BE49-F238E27FC236}">
                <a16:creationId xmlns:a16="http://schemas.microsoft.com/office/drawing/2014/main" id="{C4EDBBC0-6414-BDEB-6E92-E8BDCC724877}"/>
              </a:ext>
            </a:extLst>
          </p:cNvPr>
          <p:cNvSpPr/>
          <p:nvPr/>
        </p:nvSpPr>
        <p:spPr>
          <a:xfrm>
            <a:off x="6039639" y="483485"/>
            <a:ext cx="2410800" cy="93543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Analisar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código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perceber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implementação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" name="Google Shape;92;p15">
            <a:extLst>
              <a:ext uri="{FF2B5EF4-FFF2-40B4-BE49-F238E27FC236}">
                <a16:creationId xmlns:a16="http://schemas.microsoft.com/office/drawing/2014/main" id="{D6838EF0-4333-4376-5303-D7B71437248E}"/>
              </a:ext>
            </a:extLst>
          </p:cNvPr>
          <p:cNvSpPr/>
          <p:nvPr/>
        </p:nvSpPr>
        <p:spPr>
          <a:xfrm>
            <a:off x="6482487" y="1703729"/>
            <a:ext cx="2884105" cy="88018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compreender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suas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funcionalidades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partes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melhorar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" name="Google Shape;121;p16">
            <a:extLst>
              <a:ext uri="{FF2B5EF4-FFF2-40B4-BE49-F238E27FC236}">
                <a16:creationId xmlns:a16="http://schemas.microsoft.com/office/drawing/2014/main" id="{72C78501-984B-CADC-16C4-22BD76B60780}"/>
              </a:ext>
            </a:extLst>
          </p:cNvPr>
          <p:cNvSpPr/>
          <p:nvPr/>
        </p:nvSpPr>
        <p:spPr>
          <a:xfrm>
            <a:off x="12423686" y="4210395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119;p16">
            <a:extLst>
              <a:ext uri="{FF2B5EF4-FFF2-40B4-BE49-F238E27FC236}">
                <a16:creationId xmlns:a16="http://schemas.microsoft.com/office/drawing/2014/main" id="{03191D5B-1D6E-C18C-E842-863D2458F674}"/>
              </a:ext>
            </a:extLst>
          </p:cNvPr>
          <p:cNvSpPr/>
          <p:nvPr/>
        </p:nvSpPr>
        <p:spPr>
          <a:xfrm>
            <a:off x="12423686" y="5867933"/>
            <a:ext cx="2410800" cy="97114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sozinho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" name="Google Shape;121;p16">
            <a:extLst>
              <a:ext uri="{FF2B5EF4-FFF2-40B4-BE49-F238E27FC236}">
                <a16:creationId xmlns:a16="http://schemas.microsoft.com/office/drawing/2014/main" id="{542E4AF7-76FE-6408-B4F7-BFBE3ECBB3B4}"/>
              </a:ext>
            </a:extLst>
          </p:cNvPr>
          <p:cNvSpPr/>
          <p:nvPr/>
        </p:nvSpPr>
        <p:spPr>
          <a:xfrm>
            <a:off x="12423686" y="747712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outras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pessoas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" name="Google Shape;121;p16">
            <a:extLst>
              <a:ext uri="{FF2B5EF4-FFF2-40B4-BE49-F238E27FC236}">
                <a16:creationId xmlns:a16="http://schemas.microsoft.com/office/drawing/2014/main" id="{B7F3A973-1BD2-8BD1-00C2-1473628BCCAE}"/>
              </a:ext>
            </a:extLst>
          </p:cNvPr>
          <p:cNvSpPr/>
          <p:nvPr/>
        </p:nvSpPr>
        <p:spPr>
          <a:xfrm>
            <a:off x="12533223" y="911909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outras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pessoas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" name="Google Shape;121;p16">
            <a:extLst>
              <a:ext uri="{FF2B5EF4-FFF2-40B4-BE49-F238E27FC236}">
                <a16:creationId xmlns:a16="http://schemas.microsoft.com/office/drawing/2014/main" id="{B28EE210-AFF1-127B-4A94-B1E57301519E}"/>
              </a:ext>
            </a:extLst>
          </p:cNvPr>
          <p:cNvSpPr/>
          <p:nvPr/>
        </p:nvSpPr>
        <p:spPr>
          <a:xfrm>
            <a:off x="12395940" y="154834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" name="Google Shape;121;p16">
            <a:extLst>
              <a:ext uri="{FF2B5EF4-FFF2-40B4-BE49-F238E27FC236}">
                <a16:creationId xmlns:a16="http://schemas.microsoft.com/office/drawing/2014/main" id="{FD6C5F93-A42F-FBF8-C0CD-E683589E0A29}"/>
              </a:ext>
            </a:extLst>
          </p:cNvPr>
          <p:cNvSpPr/>
          <p:nvPr/>
        </p:nvSpPr>
        <p:spPr>
          <a:xfrm>
            <a:off x="12395940" y="6481753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/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/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/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/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/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/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/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/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/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96B10459-F091-8BD7-0174-21989C1953E4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BA8395EB-09B5-5BD4-87E9-A631B2CA8FD8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45CC5B86-B5CD-22B3-D944-A01F99E5118B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A2D570B4-C341-94D8-8941-1EC6CB257606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E2ABB166-7562-45F2-886D-818BA281D82C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53A14468-D7EC-D456-306B-1E0CD7076491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BF37F1D9-5F4C-1658-D7B0-40E44238BC55}"/>
              </a:ext>
            </a:extLst>
          </p:cNvPr>
          <p:cNvSpPr/>
          <p:nvPr/>
        </p:nvSpPr>
        <p:spPr>
          <a:xfrm>
            <a:off x="6039639" y="483485"/>
            <a:ext cx="2410800" cy="93543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Analisar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código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perceber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implementação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3419BF31-0416-CB30-2E64-E707627163D1}"/>
              </a:ext>
            </a:extLst>
          </p:cNvPr>
          <p:cNvSpPr/>
          <p:nvPr/>
        </p:nvSpPr>
        <p:spPr>
          <a:xfrm>
            <a:off x="6482487" y="1703729"/>
            <a:ext cx="2884105" cy="88018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compreender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suas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funcionalidades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partes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melhorar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19;p16">
            <a:extLst>
              <a:ext uri="{FF2B5EF4-FFF2-40B4-BE49-F238E27FC236}">
                <a16:creationId xmlns:a16="http://schemas.microsoft.com/office/drawing/2014/main" id="{F6C24B26-0C1D-78F9-FD22-CFEB6BDFAFA9}"/>
              </a:ext>
            </a:extLst>
          </p:cNvPr>
          <p:cNvSpPr/>
          <p:nvPr/>
        </p:nvSpPr>
        <p:spPr>
          <a:xfrm>
            <a:off x="12395940" y="806837"/>
            <a:ext cx="2410800" cy="97114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sozinho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121;p16">
            <a:extLst>
              <a:ext uri="{FF2B5EF4-FFF2-40B4-BE49-F238E27FC236}">
                <a16:creationId xmlns:a16="http://schemas.microsoft.com/office/drawing/2014/main" id="{D17311D6-92C3-7CB6-6BE1-2011597AA55D}"/>
              </a:ext>
            </a:extLst>
          </p:cNvPr>
          <p:cNvSpPr/>
          <p:nvPr/>
        </p:nvSpPr>
        <p:spPr>
          <a:xfrm>
            <a:off x="12395940" y="255285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outras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pessoas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21;p16">
            <a:extLst>
              <a:ext uri="{FF2B5EF4-FFF2-40B4-BE49-F238E27FC236}">
                <a16:creationId xmlns:a16="http://schemas.microsoft.com/office/drawing/2014/main" id="{A7BCFFCE-AC48-26E5-E0C6-56E157049767}"/>
              </a:ext>
            </a:extLst>
          </p:cNvPr>
          <p:cNvSpPr/>
          <p:nvPr/>
        </p:nvSpPr>
        <p:spPr>
          <a:xfrm>
            <a:off x="12423686" y="4210395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19;p16">
            <a:extLst>
              <a:ext uri="{FF2B5EF4-FFF2-40B4-BE49-F238E27FC236}">
                <a16:creationId xmlns:a16="http://schemas.microsoft.com/office/drawing/2014/main" id="{1C348353-94B9-483E-52C9-F91AE1C3FF40}"/>
              </a:ext>
            </a:extLst>
          </p:cNvPr>
          <p:cNvSpPr/>
          <p:nvPr/>
        </p:nvSpPr>
        <p:spPr>
          <a:xfrm>
            <a:off x="18881636" y="5142119"/>
            <a:ext cx="2410800" cy="97114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sozinho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Review: 67912</a:t>
            </a:r>
          </a:p>
        </p:txBody>
      </p:sp>
      <p:sp>
        <p:nvSpPr>
          <p:cNvPr id="17" name="Google Shape;121;p16">
            <a:extLst>
              <a:ext uri="{FF2B5EF4-FFF2-40B4-BE49-F238E27FC236}">
                <a16:creationId xmlns:a16="http://schemas.microsoft.com/office/drawing/2014/main" id="{666FF84F-8CA9-3ECD-2DE6-D8F10C079CF2}"/>
              </a:ext>
            </a:extLst>
          </p:cNvPr>
          <p:cNvSpPr/>
          <p:nvPr/>
        </p:nvSpPr>
        <p:spPr>
          <a:xfrm>
            <a:off x="12423686" y="747712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outras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pessoas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21;p16">
            <a:extLst>
              <a:ext uri="{FF2B5EF4-FFF2-40B4-BE49-F238E27FC236}">
                <a16:creationId xmlns:a16="http://schemas.microsoft.com/office/drawing/2014/main" id="{C6A08805-3469-1EBF-A2CD-1539BE005156}"/>
              </a:ext>
            </a:extLst>
          </p:cNvPr>
          <p:cNvSpPr/>
          <p:nvPr/>
        </p:nvSpPr>
        <p:spPr>
          <a:xfrm>
            <a:off x="12533223" y="911909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outras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pessoas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21;p16">
            <a:extLst>
              <a:ext uri="{FF2B5EF4-FFF2-40B4-BE49-F238E27FC236}">
                <a16:creationId xmlns:a16="http://schemas.microsoft.com/office/drawing/2014/main" id="{7AA3A4D7-6AAE-546E-80E6-F36C12B61CC5}"/>
              </a:ext>
            </a:extLst>
          </p:cNvPr>
          <p:cNvSpPr/>
          <p:nvPr/>
        </p:nvSpPr>
        <p:spPr>
          <a:xfrm>
            <a:off x="12395940" y="154834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121;p16">
            <a:extLst>
              <a:ext uri="{FF2B5EF4-FFF2-40B4-BE49-F238E27FC236}">
                <a16:creationId xmlns:a16="http://schemas.microsoft.com/office/drawing/2014/main" id="{6B81AD6F-AD88-3615-0624-BCF78BE8A3FA}"/>
              </a:ext>
            </a:extLst>
          </p:cNvPr>
          <p:cNvSpPr/>
          <p:nvPr/>
        </p:nvSpPr>
        <p:spPr>
          <a:xfrm>
            <a:off x="12395940" y="6481753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121;p16">
            <a:extLst>
              <a:ext uri="{FF2B5EF4-FFF2-40B4-BE49-F238E27FC236}">
                <a16:creationId xmlns:a16="http://schemas.microsoft.com/office/drawing/2014/main" id="{FF8D46D3-1F42-0355-B466-7668E42E1D39}"/>
              </a:ext>
            </a:extLst>
          </p:cNvPr>
          <p:cNvSpPr/>
          <p:nvPr/>
        </p:nvSpPr>
        <p:spPr>
          <a:xfrm>
            <a:off x="18881636" y="6032505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outras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pessoas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: 68338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26F6B1A5-530A-7D14-84C5-38B919B7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9627B92C-3A76-8D86-14B7-46468DA92331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9DA96BA0-7FD8-366D-4A2A-3F30C1196552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9F6C08F8-AA24-87FC-FB41-92BB662435B6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231074F9-5C4B-D82C-5434-A9F76A977924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0FEA4898-BE22-EF3F-C513-7C53A31199E4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EDA74A1E-92DB-4036-188D-2A6F830F4A22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C76DD4F2-064B-1CE6-9492-111135C7FA1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9766D88F-8AAA-2510-A119-16D02D93AA55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03A9C90C-6436-D395-CFB0-407203B36A53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E7DA149D-EA98-3366-3CF5-C2D14DF8D2A3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6828503F-9BBB-5BFF-09FB-86D5371D05FE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EC4B502C-C33A-22DF-AC20-301729EAF66C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21C452E4-B2BD-2D28-3921-CA9033E3053B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1656A74E-A0F2-8AEB-F552-47630351D1AD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814ACE76-B58C-E09D-A53A-E571B337483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D2B031F4-3657-93C5-A61D-975E0E70966D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EE836C3D-9FDA-D035-74A9-C5E9E71AEC53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543EE0EB-BA76-8B16-1CFA-0EEC44FE1220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0CF7AD2D-01DC-C059-ED44-3AB02CE1BCD7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5FCB2858-8D2C-65C2-953A-2BE10D11CBD6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BF38ED02-DAD9-E809-001F-89170E08E9EE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C4705692-275B-8077-0120-5C32748C6540}"/>
              </a:ext>
            </a:extLst>
          </p:cNvPr>
          <p:cNvSpPr/>
          <p:nvPr/>
        </p:nvSpPr>
        <p:spPr>
          <a:xfrm>
            <a:off x="6355226" y="1626037"/>
            <a:ext cx="2659847" cy="787950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US3:Realisar User Stories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pedidas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pelo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professor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F2A817F9-7D5D-FC9E-4C98-24F9D84A7279}"/>
              </a:ext>
            </a:extLst>
          </p:cNvPr>
          <p:cNvSpPr/>
          <p:nvPr/>
        </p:nvSpPr>
        <p:spPr>
          <a:xfrm>
            <a:off x="9466496" y="1626036"/>
            <a:ext cx="2310371" cy="787950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T1:Criar User Stories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21;p16">
            <a:extLst>
              <a:ext uri="{FF2B5EF4-FFF2-40B4-BE49-F238E27FC236}">
                <a16:creationId xmlns:a16="http://schemas.microsoft.com/office/drawing/2014/main" id="{F564865E-26B6-7D61-CB2C-15DD9373C324}"/>
              </a:ext>
            </a:extLst>
          </p:cNvPr>
          <p:cNvSpPr/>
          <p:nvPr/>
        </p:nvSpPr>
        <p:spPr>
          <a:xfrm>
            <a:off x="12395940" y="432532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21;p16">
            <a:extLst>
              <a:ext uri="{FF2B5EF4-FFF2-40B4-BE49-F238E27FC236}">
                <a16:creationId xmlns:a16="http://schemas.microsoft.com/office/drawing/2014/main" id="{686BB324-BACD-0CF4-867D-A8138FAE8DCF}"/>
              </a:ext>
            </a:extLst>
          </p:cNvPr>
          <p:cNvSpPr/>
          <p:nvPr/>
        </p:nvSpPr>
        <p:spPr>
          <a:xfrm>
            <a:off x="12423686" y="1183219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121;p16">
            <a:extLst>
              <a:ext uri="{FF2B5EF4-FFF2-40B4-BE49-F238E27FC236}">
                <a16:creationId xmlns:a16="http://schemas.microsoft.com/office/drawing/2014/main" id="{A061879B-544A-4210-FCB0-E25E52D14690}"/>
              </a:ext>
            </a:extLst>
          </p:cNvPr>
          <p:cNvSpPr/>
          <p:nvPr/>
        </p:nvSpPr>
        <p:spPr>
          <a:xfrm>
            <a:off x="12423686" y="6010413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8FA3E7F8-3175-0B3C-41AE-A385A72CD181}"/>
              </a:ext>
            </a:extLst>
          </p:cNvPr>
          <p:cNvSpPr/>
          <p:nvPr/>
        </p:nvSpPr>
        <p:spPr>
          <a:xfrm>
            <a:off x="12395940" y="283106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21;p16">
            <a:extLst>
              <a:ext uri="{FF2B5EF4-FFF2-40B4-BE49-F238E27FC236}">
                <a16:creationId xmlns:a16="http://schemas.microsoft.com/office/drawing/2014/main" id="{4A9EC2AB-01EB-0355-CB4D-8BF4D546EC04}"/>
              </a:ext>
            </a:extLst>
          </p:cNvPr>
          <p:cNvSpPr/>
          <p:nvPr/>
        </p:nvSpPr>
        <p:spPr>
          <a:xfrm>
            <a:off x="12423686" y="750175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5842F415-AE3E-2B55-98A6-CE87F76AD52B}"/>
              </a:ext>
            </a:extLst>
          </p:cNvPr>
          <p:cNvSpPr/>
          <p:nvPr/>
        </p:nvSpPr>
        <p:spPr>
          <a:xfrm>
            <a:off x="12423686" y="9074703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3238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ECEF05F9-EAE6-57DB-31ED-02955AA4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63D09B35-84C4-3337-2765-8B60BDE839CE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8B3222B0-CF9D-8ECC-6424-B20985A3B1C0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D1F963FD-89E5-9ACD-A105-BF5FAA8C5DAA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F160E27E-B035-2B5B-207E-88C212C86EF3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3F8E83EE-F61A-ADA4-2FEC-F3574D029DA8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400425EE-17B7-E798-2A84-E605C01AB089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33CD7CC6-F58F-11E3-CFDC-51042460C813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5F9F0E38-5B8A-6EF0-3221-7A7C9DB6BA6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63977317-41B0-5DAD-396B-786BBBE1E3E0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E087E9ED-EB0A-1C6A-B9F6-DCE26EF4BB13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7383CD30-225D-AEEA-E4F6-37A09698F997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8B40ABD8-7083-E59A-1A20-603D1825A801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FF0AF670-917C-56B8-10EB-D9E83E5ACA56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D5EB3F2E-9E45-50D1-BEF3-D7053591CA72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F03D351B-17F2-25FF-997A-DAA7D659AED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13A32B8F-6852-159C-41B5-F95BB96F169C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7CD0FA10-CBD3-4784-EC5F-02E0932066B2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BAE98AAF-BFA7-B939-D414-E30F98A7E370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FB185D00-98E0-78F4-250F-575129FF3FD5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41B2EB9E-B27B-4036-E1FC-DA78AB5A1205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0A63CCA8-FA53-DBE4-D112-6467F16A9587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FEB2FE80-D1F2-B4AE-0907-70620A8FDA89}"/>
              </a:ext>
            </a:extLst>
          </p:cNvPr>
          <p:cNvSpPr/>
          <p:nvPr/>
        </p:nvSpPr>
        <p:spPr>
          <a:xfrm>
            <a:off x="6072190" y="1626037"/>
            <a:ext cx="2942884" cy="787950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US3:Realisar User Stories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pedidas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pelo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professor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1F8162CA-A262-1CCB-EAA4-76306212064C}"/>
              </a:ext>
            </a:extLst>
          </p:cNvPr>
          <p:cNvSpPr/>
          <p:nvPr/>
        </p:nvSpPr>
        <p:spPr>
          <a:xfrm>
            <a:off x="12446154" y="717865"/>
            <a:ext cx="2310371" cy="248407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T1.1:Criar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21;p16">
            <a:extLst>
              <a:ext uri="{FF2B5EF4-FFF2-40B4-BE49-F238E27FC236}">
                <a16:creationId xmlns:a16="http://schemas.microsoft.com/office/drawing/2014/main" id="{E921A252-7955-D01D-FD8D-42E129EC904A}"/>
              </a:ext>
            </a:extLst>
          </p:cNvPr>
          <p:cNvSpPr/>
          <p:nvPr/>
        </p:nvSpPr>
        <p:spPr>
          <a:xfrm>
            <a:off x="18668888" y="4315635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21;p16">
            <a:extLst>
              <a:ext uri="{FF2B5EF4-FFF2-40B4-BE49-F238E27FC236}">
                <a16:creationId xmlns:a16="http://schemas.microsoft.com/office/drawing/2014/main" id="{6F7CA28E-CC0D-42F9-9D00-BFE71B7B1A18}"/>
              </a:ext>
            </a:extLst>
          </p:cNvPr>
          <p:cNvSpPr/>
          <p:nvPr/>
        </p:nvSpPr>
        <p:spPr>
          <a:xfrm>
            <a:off x="18696634" y="1173526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121;p16">
            <a:extLst>
              <a:ext uri="{FF2B5EF4-FFF2-40B4-BE49-F238E27FC236}">
                <a16:creationId xmlns:a16="http://schemas.microsoft.com/office/drawing/2014/main" id="{C887AFC7-F2B3-9B57-16D4-01BF729F4C8B}"/>
              </a:ext>
            </a:extLst>
          </p:cNvPr>
          <p:cNvSpPr/>
          <p:nvPr/>
        </p:nvSpPr>
        <p:spPr>
          <a:xfrm>
            <a:off x="18696634" y="6000720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FD6480E3-5EC4-48DA-7797-9B4E0BA4A2E3}"/>
              </a:ext>
            </a:extLst>
          </p:cNvPr>
          <p:cNvSpPr/>
          <p:nvPr/>
        </p:nvSpPr>
        <p:spPr>
          <a:xfrm>
            <a:off x="18668888" y="2821374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21;p16">
            <a:extLst>
              <a:ext uri="{FF2B5EF4-FFF2-40B4-BE49-F238E27FC236}">
                <a16:creationId xmlns:a16="http://schemas.microsoft.com/office/drawing/2014/main" id="{2BC40804-6862-0D08-4B9D-4E1FFE04ABA5}"/>
              </a:ext>
            </a:extLst>
          </p:cNvPr>
          <p:cNvSpPr/>
          <p:nvPr/>
        </p:nvSpPr>
        <p:spPr>
          <a:xfrm>
            <a:off x="18696634" y="7492064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6FAC8EF4-23A2-32A3-2468-A5797F201982}"/>
              </a:ext>
            </a:extLst>
          </p:cNvPr>
          <p:cNvSpPr/>
          <p:nvPr/>
        </p:nvSpPr>
        <p:spPr>
          <a:xfrm>
            <a:off x="18696634" y="9065010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Estudar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Código(Server, Core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92;p15">
            <a:extLst>
              <a:ext uri="{FF2B5EF4-FFF2-40B4-BE49-F238E27FC236}">
                <a16:creationId xmlns:a16="http://schemas.microsoft.com/office/drawing/2014/main" id="{BEE15E5D-0AEE-E6D5-9633-22B1D9329164}"/>
              </a:ext>
            </a:extLst>
          </p:cNvPr>
          <p:cNvSpPr/>
          <p:nvPr/>
        </p:nvSpPr>
        <p:spPr>
          <a:xfrm>
            <a:off x="15598539" y="717864"/>
            <a:ext cx="2310371" cy="248407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T1.3:Criar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92;p15">
            <a:extLst>
              <a:ext uri="{FF2B5EF4-FFF2-40B4-BE49-F238E27FC236}">
                <a16:creationId xmlns:a16="http://schemas.microsoft.com/office/drawing/2014/main" id="{5E8C4DA2-5CD9-CA1C-349B-401FEA77095E}"/>
              </a:ext>
            </a:extLst>
          </p:cNvPr>
          <p:cNvSpPr/>
          <p:nvPr/>
        </p:nvSpPr>
        <p:spPr>
          <a:xfrm>
            <a:off x="12446153" y="3442368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T1.3:Criar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92;p15">
            <a:extLst>
              <a:ext uri="{FF2B5EF4-FFF2-40B4-BE49-F238E27FC236}">
                <a16:creationId xmlns:a16="http://schemas.microsoft.com/office/drawing/2014/main" id="{A6043313-224A-8344-2850-F9C047C7DB82}"/>
              </a:ext>
            </a:extLst>
          </p:cNvPr>
          <p:cNvSpPr/>
          <p:nvPr/>
        </p:nvSpPr>
        <p:spPr>
          <a:xfrm>
            <a:off x="15632836" y="3465963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T1.2:Criar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92;p15">
            <a:extLst>
              <a:ext uri="{FF2B5EF4-FFF2-40B4-BE49-F238E27FC236}">
                <a16:creationId xmlns:a16="http://schemas.microsoft.com/office/drawing/2014/main" id="{7A596617-3262-88FA-7B48-B65E03170D91}"/>
              </a:ext>
            </a:extLst>
          </p:cNvPr>
          <p:cNvSpPr/>
          <p:nvPr/>
        </p:nvSpPr>
        <p:spPr>
          <a:xfrm>
            <a:off x="12395940" y="5020407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T1.2:Criar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92;p15">
            <a:extLst>
              <a:ext uri="{FF2B5EF4-FFF2-40B4-BE49-F238E27FC236}">
                <a16:creationId xmlns:a16="http://schemas.microsoft.com/office/drawing/2014/main" id="{1D06271C-CE62-F9E8-CFFD-AF79848A42D1}"/>
              </a:ext>
            </a:extLst>
          </p:cNvPr>
          <p:cNvSpPr/>
          <p:nvPr/>
        </p:nvSpPr>
        <p:spPr>
          <a:xfrm>
            <a:off x="15626285" y="5020407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T1.1:Criar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A4B72711-5579-0E87-3F59-4AFB7D4ED3FD}"/>
              </a:ext>
            </a:extLst>
          </p:cNvPr>
          <p:cNvSpPr/>
          <p:nvPr/>
        </p:nvSpPr>
        <p:spPr>
          <a:xfrm>
            <a:off x="12395939" y="6594170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T1.3:Criar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92;p15">
            <a:extLst>
              <a:ext uri="{FF2B5EF4-FFF2-40B4-BE49-F238E27FC236}">
                <a16:creationId xmlns:a16="http://schemas.microsoft.com/office/drawing/2014/main" id="{E2D4B511-991F-63D0-B977-AF4A290D7FFF}"/>
              </a:ext>
            </a:extLst>
          </p:cNvPr>
          <p:cNvSpPr/>
          <p:nvPr/>
        </p:nvSpPr>
        <p:spPr>
          <a:xfrm>
            <a:off x="12395939" y="8180882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T1.2:Criar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92;p15">
            <a:extLst>
              <a:ext uri="{FF2B5EF4-FFF2-40B4-BE49-F238E27FC236}">
                <a16:creationId xmlns:a16="http://schemas.microsoft.com/office/drawing/2014/main" id="{298E6518-9696-A198-1848-B0CDE1F095FF}"/>
              </a:ext>
            </a:extLst>
          </p:cNvPr>
          <p:cNvSpPr/>
          <p:nvPr/>
        </p:nvSpPr>
        <p:spPr>
          <a:xfrm>
            <a:off x="15626284" y="6581021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T1.2:Criar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92;p15">
            <a:extLst>
              <a:ext uri="{FF2B5EF4-FFF2-40B4-BE49-F238E27FC236}">
                <a16:creationId xmlns:a16="http://schemas.microsoft.com/office/drawing/2014/main" id="{DF3DDE5D-2D63-CC46-12A8-8908E32DF71E}"/>
              </a:ext>
            </a:extLst>
          </p:cNvPr>
          <p:cNvSpPr/>
          <p:nvPr/>
        </p:nvSpPr>
        <p:spPr>
          <a:xfrm>
            <a:off x="15626283" y="8224715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T1.1:Criar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3143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CB9C89E3-238C-CBD2-225F-5F67FBF9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DFF0D042-EEB5-8D83-4A1B-01D6647CDD29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5D7B713C-D0A2-E1A5-5230-0FF88931223C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0E1AFE76-438C-C285-9C5F-A23695922048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61F7D8CB-CAF1-450E-12BF-2F15A183CA29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2E5DFCE3-A7A0-5E67-EAE3-29C2A68F8FF4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940A9C8C-9EDB-86B2-A3A1-37C3CFF4701B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00C1DE0C-7011-9C26-A742-78DDF887C19F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491F25C1-FEA3-4DB0-7745-F64005242267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6363B35A-F8E8-0160-258E-CCD7EA178E2A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3FD76F6D-F619-C330-9536-292A091CB7FC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D9608148-F29D-011A-FDCE-234A8E974954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DBDF35A6-D95C-0167-26CA-F3A2788C3FF5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7E51CB93-3841-8E45-939A-6B0FADDB4AB9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5E0B3BCF-53E5-AD3C-6E4A-B5BB4B9C6AFC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44B98476-FDC5-C5B4-FA40-95EA6CEB595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11A35D80-2DF3-31CA-4F17-D45BBB75D3F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837C0F5B-8783-D678-12CA-360B24AE233B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89067D46-CA81-BF80-6FEA-668296EDB911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E77D2E81-ED66-DF8E-80DA-191CA25CFDB8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5619F1B8-7135-6587-1E53-E0AD322D7B71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DFF896C2-9D45-3B56-A66B-F67567B9C6F2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9F11028A-EE74-C0C8-AB1A-C82108282B39}"/>
              </a:ext>
            </a:extLst>
          </p:cNvPr>
          <p:cNvSpPr/>
          <p:nvPr/>
        </p:nvSpPr>
        <p:spPr>
          <a:xfrm>
            <a:off x="18402846" y="902788"/>
            <a:ext cx="2942884" cy="957187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US3:Realisar User Stories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pedidas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pelo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professor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AA3C148B-4F60-A901-686D-EDBA5A437B72}"/>
              </a:ext>
            </a:extLst>
          </p:cNvPr>
          <p:cNvSpPr/>
          <p:nvPr/>
        </p:nvSpPr>
        <p:spPr>
          <a:xfrm>
            <a:off x="18725151" y="1626038"/>
            <a:ext cx="2310371" cy="248407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T1.1:Criar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92;p15">
            <a:extLst>
              <a:ext uri="{FF2B5EF4-FFF2-40B4-BE49-F238E27FC236}">
                <a16:creationId xmlns:a16="http://schemas.microsoft.com/office/drawing/2014/main" id="{3A93D4A9-379B-14F1-C5F6-41DE330D5B97}"/>
              </a:ext>
            </a:extLst>
          </p:cNvPr>
          <p:cNvSpPr/>
          <p:nvPr/>
        </p:nvSpPr>
        <p:spPr>
          <a:xfrm>
            <a:off x="18725150" y="4350541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T1.3:Criar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92;p15">
            <a:extLst>
              <a:ext uri="{FF2B5EF4-FFF2-40B4-BE49-F238E27FC236}">
                <a16:creationId xmlns:a16="http://schemas.microsoft.com/office/drawing/2014/main" id="{752ACEBE-85CE-E0C3-0FE5-A6DC79211D13}"/>
              </a:ext>
            </a:extLst>
          </p:cNvPr>
          <p:cNvSpPr/>
          <p:nvPr/>
        </p:nvSpPr>
        <p:spPr>
          <a:xfrm>
            <a:off x="18674937" y="5928580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T1.2:Criar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48C91CBC-5B44-3BBE-03E5-4E902E1C2D5B}"/>
              </a:ext>
            </a:extLst>
          </p:cNvPr>
          <p:cNvSpPr/>
          <p:nvPr/>
        </p:nvSpPr>
        <p:spPr>
          <a:xfrm>
            <a:off x="18674936" y="7502343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T1.3:Criar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92;p15">
            <a:extLst>
              <a:ext uri="{FF2B5EF4-FFF2-40B4-BE49-F238E27FC236}">
                <a16:creationId xmlns:a16="http://schemas.microsoft.com/office/drawing/2014/main" id="{283E6775-4D7D-01AC-B7BD-18B9CD062654}"/>
              </a:ext>
            </a:extLst>
          </p:cNvPr>
          <p:cNvSpPr/>
          <p:nvPr/>
        </p:nvSpPr>
        <p:spPr>
          <a:xfrm>
            <a:off x="18674936" y="9089055"/>
            <a:ext cx="2310371" cy="13366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T1.2:Criar User Story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2290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CDC54219-356C-4739-AD0B-C000713F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>
            <a:extLst>
              <a:ext uri="{FF2B5EF4-FFF2-40B4-BE49-F238E27FC236}">
                <a16:creationId xmlns:a16="http://schemas.microsoft.com/office/drawing/2014/main" id="{1A21C88A-FF69-7DBB-3D0E-D5DCEC49D2E4}"/>
              </a:ext>
            </a:extLst>
          </p:cNvPr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2E4A2B31-BD0B-5F75-A81C-63AF21BF28EC}"/>
              </a:ext>
            </a:extLst>
          </p:cNvPr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3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69110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39E3A063-2722-4198-721A-45C92ADD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A60C7540-5433-1370-ACBC-026F32341F1E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8809F7DD-60CE-9D24-B2BE-79E26E470553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D93A1B76-E2E6-9A00-79A8-26653C0C2225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A030D930-EC30-4C29-3AFA-1DD0E5A1759A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5E687874-8092-D382-0771-B47790918CA1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9A1A4D8A-7E96-3665-7D54-608F4F94F57E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31C5340C-7B17-5D7E-5C2D-436F0E857397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408DF2BE-E732-6179-A187-F9B8EE10D89A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4813586C-A26A-6415-B307-9F55CC711CBA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C459CE88-B0B2-167E-A1F6-3CEC8D0AB88C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0BFE8F2B-66A1-CE74-6EDB-4F03538A83E2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3750B914-16B3-23CF-B6CC-375FB6CBD539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1DD9DA8C-DA9E-B6BF-41C9-DE50F65F417A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659C4925-5243-83C9-689A-9F902FB40EC5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827687D8-5803-29A8-D7CE-CD478E977106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B9C5EB80-F38F-84D6-4CB1-A723EE9BE7EE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41E2B568-EB8E-86BF-3EAB-D323ACDBC4B1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3B0810C4-0C41-1076-E8DE-A505170CEF78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FA667F2B-28C4-31F5-8591-132086A91CC6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1C83CFBF-3FCB-8A64-3682-5C016F7275E5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D7D4BC10-FF87-F5DC-8B07-013F829D38AA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C4C91896-7058-BC3C-0221-6DE6FF2038B6}"/>
              </a:ext>
            </a:extLst>
          </p:cNvPr>
          <p:cNvSpPr/>
          <p:nvPr/>
        </p:nvSpPr>
        <p:spPr>
          <a:xfrm>
            <a:off x="6281636" y="1294223"/>
            <a:ext cx="2410800" cy="214814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completer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1E26912A-34E7-6B4F-224F-CAB2EE5970BE}"/>
              </a:ext>
            </a:extLst>
          </p:cNvPr>
          <p:cNvSpPr/>
          <p:nvPr/>
        </p:nvSpPr>
        <p:spPr>
          <a:xfrm>
            <a:off x="246412" y="1337382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T1: Identificar design patterns.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47813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5FEA50B3-F779-CE17-2AAF-39B17F88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8E83C643-C2EF-6800-728B-B210AFAAE569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BE45B61D-F652-362A-740C-CE7A9F2BEEB3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E31C5EC6-B62D-8FB4-A8A3-977C66DD2E83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4BDF50FC-C860-FB68-76EE-7089D069A5FB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9045E296-3F40-503C-03E6-985C3C3D5532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62FB2AF1-8921-0ECD-A1E9-2000FB70D05C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CBA60846-8675-06BE-FFD3-2C0E11FEAC23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2DB8A535-B786-7A33-D820-223B84F3ACA5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753ADA9B-8DC0-91E2-FDE5-D19206E95AFA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6CE53351-0340-DB5F-6D5E-5EF2CA05DDED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FDEC2C22-73B3-B971-8007-8FCD2E215947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186854FF-3BE9-7913-EF61-6C47BC2CDCF8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F83A83E5-9C20-53DE-09CE-C9A8611A2A5A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9A97397F-1FFE-DAA9-0FA0-78130FFDEA78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3ED15D0D-7C0D-9833-C7A6-51A57489E9A6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09B2DEDE-D420-9CAA-7A6B-3F39CD65DEC1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B37E358A-A0B6-4530-431A-64399FB5F9C9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89212960-D0EC-6DDA-6F3D-C78EB70D9425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A238C2FB-5DC4-C43D-B955-C83BE940F113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A2A83D55-3AD7-AE31-D994-D64253F9B2EC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95F4EDCE-6C96-2005-2A2E-9CCE2E42F933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551048D6-B38E-13FA-4334-4786EAC6FBBE}"/>
              </a:ext>
            </a:extLst>
          </p:cNvPr>
          <p:cNvSpPr/>
          <p:nvPr/>
        </p:nvSpPr>
        <p:spPr>
          <a:xfrm>
            <a:off x="6039639" y="825084"/>
            <a:ext cx="2410800" cy="89209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completer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121;p16">
            <a:extLst>
              <a:ext uri="{FF2B5EF4-FFF2-40B4-BE49-F238E27FC236}">
                <a16:creationId xmlns:a16="http://schemas.microsoft.com/office/drawing/2014/main" id="{71E22487-DF95-D67E-E899-BFCCA5C7381E}"/>
              </a:ext>
            </a:extLst>
          </p:cNvPr>
          <p:cNvSpPr/>
          <p:nvPr/>
        </p:nvSpPr>
        <p:spPr>
          <a:xfrm>
            <a:off x="12553926" y="872940"/>
            <a:ext cx="2449608" cy="887306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.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7040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CA77B1C2-A004-A9A1-830F-53B787D6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>
            <a:extLst>
              <a:ext uri="{FF2B5EF4-FFF2-40B4-BE49-F238E27FC236}">
                <a16:creationId xmlns:a16="http://schemas.microsoft.com/office/drawing/2014/main" id="{999E0134-6D34-E5F8-3E85-EC5D33B7B86B}"/>
              </a:ext>
            </a:extLst>
          </p:cNvPr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8AC8E86E-9EFD-6F3E-FE85-934F6BDC1DE3}"/>
              </a:ext>
            </a:extLst>
          </p:cNvPr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4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46039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08E849ED-9D69-9C9B-A77E-F6369042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32A9A10B-4769-2946-F301-E0D8252894AE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B0FF225B-0B57-0BEB-67D9-311E0D2187FF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6EC4D216-77F4-4F25-C8EB-D69681F36ACA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A64C4576-B4BA-6738-378E-09267C3EA084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8C276CBA-AD76-3473-E32E-8B85014E4114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06AD0C55-77CC-8536-4CF9-475F23800F15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EF23C949-AB73-BE53-64D3-EE734A0C23C2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54A1EAC5-CC8B-8B74-8B05-0614E74C590C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4BC3E5D0-1CEA-5B76-1F7C-728AC731EE73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223435F3-FDCF-6246-1E74-BE02D5F434C8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E489D855-FE60-18E8-457E-68FD667EE7D5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A175E8BB-37AF-5932-ED5E-F5528746E6FD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9C9652DA-A086-8CB2-FF62-15683B19D902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48BEEEF7-49EB-EAF8-3ED7-5D04897D325D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3374731E-C61D-54A6-F26D-FC2659D5FD43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2F03F42A-1CEA-9ACF-3D99-69A7B332979A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ADE05A3B-A447-DC7F-168A-842BD1EDE39E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617DBF10-A958-5196-5604-22F4333AEC7B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E7F09167-F601-1BC4-D8C7-0CCECB17AF9B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CAF73E40-7C2E-91FF-56B3-2CB8E78B933D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849FCA69-C906-84A7-40CD-3DFD1A88F830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78EF2B53-4BC9-D34F-2132-1255C7D69786}"/>
              </a:ext>
            </a:extLst>
          </p:cNvPr>
          <p:cNvSpPr/>
          <p:nvPr/>
        </p:nvSpPr>
        <p:spPr>
          <a:xfrm>
            <a:off x="6039639" y="825084"/>
            <a:ext cx="2410800" cy="892092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completar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103ED81C-6332-FF3D-DB61-88631D2DEBFE}"/>
              </a:ext>
            </a:extLst>
          </p:cNvPr>
          <p:cNvSpPr/>
          <p:nvPr/>
        </p:nvSpPr>
        <p:spPr>
          <a:xfrm>
            <a:off x="6206285" y="2203328"/>
            <a:ext cx="2561502" cy="7542676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completar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92;p15">
            <a:extLst>
              <a:ext uri="{FF2B5EF4-FFF2-40B4-BE49-F238E27FC236}">
                <a16:creationId xmlns:a16="http://schemas.microsoft.com/office/drawing/2014/main" id="{269E200D-B497-7EA0-2F71-A72FAB283B4E}"/>
              </a:ext>
            </a:extLst>
          </p:cNvPr>
          <p:cNvSpPr/>
          <p:nvPr/>
        </p:nvSpPr>
        <p:spPr>
          <a:xfrm>
            <a:off x="6461918" y="3605520"/>
            <a:ext cx="2595475" cy="6140482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terminar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92;p15">
            <a:extLst>
              <a:ext uri="{FF2B5EF4-FFF2-40B4-BE49-F238E27FC236}">
                <a16:creationId xmlns:a16="http://schemas.microsoft.com/office/drawing/2014/main" id="{29D232DD-D74E-00BD-828C-D745CB719FFB}"/>
              </a:ext>
            </a:extLst>
          </p:cNvPr>
          <p:cNvSpPr/>
          <p:nvPr/>
        </p:nvSpPr>
        <p:spPr>
          <a:xfrm>
            <a:off x="6750293" y="4979422"/>
            <a:ext cx="2556891" cy="476657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US4: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fazer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as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terminar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121;p16">
            <a:extLst>
              <a:ext uri="{FF2B5EF4-FFF2-40B4-BE49-F238E27FC236}">
                <a16:creationId xmlns:a16="http://schemas.microsoft.com/office/drawing/2014/main" id="{09DB9EC9-8356-6838-637E-9C9DD14B6855}"/>
              </a:ext>
            </a:extLst>
          </p:cNvPr>
          <p:cNvSpPr/>
          <p:nvPr/>
        </p:nvSpPr>
        <p:spPr>
          <a:xfrm>
            <a:off x="12553926" y="872940"/>
            <a:ext cx="2449608" cy="887306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B5EE7B3C-17EB-CC64-A56B-2D254C4C6FFA}"/>
              </a:ext>
            </a:extLst>
          </p:cNvPr>
          <p:cNvSpPr/>
          <p:nvPr/>
        </p:nvSpPr>
        <p:spPr>
          <a:xfrm>
            <a:off x="9603729" y="924884"/>
            <a:ext cx="2410800" cy="872132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21;p16">
            <a:extLst>
              <a:ext uri="{FF2B5EF4-FFF2-40B4-BE49-F238E27FC236}">
                <a16:creationId xmlns:a16="http://schemas.microsoft.com/office/drawing/2014/main" id="{7577B480-6224-DC38-1ED2-5A3D0A0FBFD2}"/>
              </a:ext>
            </a:extLst>
          </p:cNvPr>
          <p:cNvSpPr/>
          <p:nvPr/>
        </p:nvSpPr>
        <p:spPr>
          <a:xfrm>
            <a:off x="9809292" y="2203328"/>
            <a:ext cx="2410800" cy="7442876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121;p16">
            <a:extLst>
              <a:ext uri="{FF2B5EF4-FFF2-40B4-BE49-F238E27FC236}">
                <a16:creationId xmlns:a16="http://schemas.microsoft.com/office/drawing/2014/main" id="{0A436DE0-5F4E-EC9E-8B9A-C2ECA92E8535}"/>
              </a:ext>
            </a:extLst>
          </p:cNvPr>
          <p:cNvSpPr/>
          <p:nvPr/>
        </p:nvSpPr>
        <p:spPr>
          <a:xfrm>
            <a:off x="9969919" y="3201938"/>
            <a:ext cx="2410800" cy="6444258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as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92;p15">
            <a:extLst>
              <a:ext uri="{FF2B5EF4-FFF2-40B4-BE49-F238E27FC236}">
                <a16:creationId xmlns:a16="http://schemas.microsoft.com/office/drawing/2014/main" id="{5A2EF24F-5AB4-C041-D7F9-BF2EBBE8D2E1}"/>
              </a:ext>
            </a:extLst>
          </p:cNvPr>
          <p:cNvSpPr/>
          <p:nvPr/>
        </p:nvSpPr>
        <p:spPr>
          <a:xfrm>
            <a:off x="270828" y="872940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T1: Identificar design patterns.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92;p15">
            <a:extLst>
              <a:ext uri="{FF2B5EF4-FFF2-40B4-BE49-F238E27FC236}">
                <a16:creationId xmlns:a16="http://schemas.microsoft.com/office/drawing/2014/main" id="{EF607294-7302-19A7-8FE5-1DD1B55FCB89}"/>
              </a:ext>
            </a:extLst>
          </p:cNvPr>
          <p:cNvSpPr/>
          <p:nvPr/>
        </p:nvSpPr>
        <p:spPr>
          <a:xfrm>
            <a:off x="277880" y="2783177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Identificar Code Smells.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92;p15">
            <a:extLst>
              <a:ext uri="{FF2B5EF4-FFF2-40B4-BE49-F238E27FC236}">
                <a16:creationId xmlns:a16="http://schemas.microsoft.com/office/drawing/2014/main" id="{47B9C22B-D9D4-8945-E1CA-DF6AD2F1F04D}"/>
              </a:ext>
            </a:extLst>
          </p:cNvPr>
          <p:cNvSpPr/>
          <p:nvPr/>
        </p:nvSpPr>
        <p:spPr>
          <a:xfrm>
            <a:off x="277880" y="4699227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Identificar Code Metrics.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92;p15">
            <a:extLst>
              <a:ext uri="{FF2B5EF4-FFF2-40B4-BE49-F238E27FC236}">
                <a16:creationId xmlns:a16="http://schemas.microsoft.com/office/drawing/2014/main" id="{1B834BA1-D552-1CB3-225C-F2A7FDCB877D}"/>
              </a:ext>
            </a:extLst>
          </p:cNvPr>
          <p:cNvSpPr/>
          <p:nvPr/>
        </p:nvSpPr>
        <p:spPr>
          <a:xfrm>
            <a:off x="277880" y="6615277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T4: Fazer Use Cases.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598357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276A673A-3C8E-4167-E0F9-EE1C55E9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94161A19-776B-997F-23A4-858A22AF3412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088171E6-E9BA-5177-88E8-2DE2A9993893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EAEA8A37-97A6-F2E8-E5FC-457FC1A81CD1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7F37EAE2-3330-926F-61AC-1D50780D3718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A8ABCEC0-E864-8785-E9AE-A88694E60632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3BEDC2EC-A63D-F165-5A88-6431F1655ABE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6D555EB9-7D5F-493F-AA25-50422DDE4928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4787831D-6457-A4B3-F963-D910EC0D7E0D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6B04546C-2D79-6429-A1DE-4FF0004620CC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26D38A50-C71E-885E-1A3E-448C9A1BB5CC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A542019A-281C-A712-1C3A-7EAA9F8D85A4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C98DBDBF-867D-9BC3-E484-6F2BDCE36674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998EDE9E-2E13-FBA2-123C-14F1A2CD68CC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1FEBDE58-49EE-CBC2-5ADD-C634A48BD154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D0FD3737-4D9A-30A5-BE55-8003CEDD3594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CE31001C-F1E4-334A-BF4D-5E5806FA9308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74CB071C-939E-1E4B-036F-6789D482D8FF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C6A2B30D-9E8B-DB58-DB96-C0C54F78ACE7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F12E5E83-0EE9-3CC9-8FCE-855D45490734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CFBB95AD-ACE3-880B-3CA9-B9C10A01D4C8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855BB797-FC35-A0D0-DE45-292C13398DE4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D3AE1D88-3DBC-4FEE-9596-7AFA6325DD1F}"/>
              </a:ext>
            </a:extLst>
          </p:cNvPr>
          <p:cNvSpPr/>
          <p:nvPr/>
        </p:nvSpPr>
        <p:spPr>
          <a:xfrm>
            <a:off x="6039639" y="825083"/>
            <a:ext cx="2410800" cy="901271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completer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F59D234A-AD90-7A9A-A021-4BF25A04C1C9}"/>
              </a:ext>
            </a:extLst>
          </p:cNvPr>
          <p:cNvSpPr/>
          <p:nvPr/>
        </p:nvSpPr>
        <p:spPr>
          <a:xfrm>
            <a:off x="6264864" y="2222750"/>
            <a:ext cx="2884105" cy="763447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completar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121;p16">
            <a:extLst>
              <a:ext uri="{FF2B5EF4-FFF2-40B4-BE49-F238E27FC236}">
                <a16:creationId xmlns:a16="http://schemas.microsoft.com/office/drawing/2014/main" id="{9122DCF9-B5DD-6D06-A08F-60E5F9692EBB}"/>
              </a:ext>
            </a:extLst>
          </p:cNvPr>
          <p:cNvSpPr/>
          <p:nvPr/>
        </p:nvSpPr>
        <p:spPr>
          <a:xfrm>
            <a:off x="15607166" y="4297512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92;p15">
            <a:extLst>
              <a:ext uri="{FF2B5EF4-FFF2-40B4-BE49-F238E27FC236}">
                <a16:creationId xmlns:a16="http://schemas.microsoft.com/office/drawing/2014/main" id="{B9DB896B-7CB5-0609-1298-F36A6898D816}"/>
              </a:ext>
            </a:extLst>
          </p:cNvPr>
          <p:cNvSpPr/>
          <p:nvPr/>
        </p:nvSpPr>
        <p:spPr>
          <a:xfrm>
            <a:off x="6443739" y="3457876"/>
            <a:ext cx="2884105" cy="641876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terminar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92;p15">
            <a:extLst>
              <a:ext uri="{FF2B5EF4-FFF2-40B4-BE49-F238E27FC236}">
                <a16:creationId xmlns:a16="http://schemas.microsoft.com/office/drawing/2014/main" id="{B30C688A-1011-C4B7-A86C-D04A0EE21186}"/>
              </a:ext>
            </a:extLst>
          </p:cNvPr>
          <p:cNvSpPr/>
          <p:nvPr/>
        </p:nvSpPr>
        <p:spPr>
          <a:xfrm>
            <a:off x="6622614" y="4777838"/>
            <a:ext cx="2884105" cy="509880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US4: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fazer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as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terminar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121;p16">
            <a:extLst>
              <a:ext uri="{FF2B5EF4-FFF2-40B4-BE49-F238E27FC236}">
                <a16:creationId xmlns:a16="http://schemas.microsoft.com/office/drawing/2014/main" id="{28D15982-7395-B550-BD38-DA8501FEE0F9}"/>
              </a:ext>
            </a:extLst>
          </p:cNvPr>
          <p:cNvSpPr/>
          <p:nvPr/>
        </p:nvSpPr>
        <p:spPr>
          <a:xfrm>
            <a:off x="15607166" y="2657955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121;p16">
            <a:extLst>
              <a:ext uri="{FF2B5EF4-FFF2-40B4-BE49-F238E27FC236}">
                <a16:creationId xmlns:a16="http://schemas.microsoft.com/office/drawing/2014/main" id="{BB304D12-8B85-73EF-EBB9-8B924D93B6C1}"/>
              </a:ext>
            </a:extLst>
          </p:cNvPr>
          <p:cNvSpPr/>
          <p:nvPr/>
        </p:nvSpPr>
        <p:spPr>
          <a:xfrm>
            <a:off x="15532407" y="968150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121;p16">
            <a:extLst>
              <a:ext uri="{FF2B5EF4-FFF2-40B4-BE49-F238E27FC236}">
                <a16:creationId xmlns:a16="http://schemas.microsoft.com/office/drawing/2014/main" id="{FB7D3E3E-613D-EC3A-2E84-B0A17FD56948}"/>
              </a:ext>
            </a:extLst>
          </p:cNvPr>
          <p:cNvSpPr/>
          <p:nvPr/>
        </p:nvSpPr>
        <p:spPr>
          <a:xfrm>
            <a:off x="15607166" y="7480290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" name="Google Shape;121;p16">
            <a:extLst>
              <a:ext uri="{FF2B5EF4-FFF2-40B4-BE49-F238E27FC236}">
                <a16:creationId xmlns:a16="http://schemas.microsoft.com/office/drawing/2014/main" id="{D1E81CC8-A85D-4C03-876F-10BA27A076F0}"/>
              </a:ext>
            </a:extLst>
          </p:cNvPr>
          <p:cNvSpPr/>
          <p:nvPr/>
        </p:nvSpPr>
        <p:spPr>
          <a:xfrm>
            <a:off x="12395940" y="589806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21;p16">
            <a:extLst>
              <a:ext uri="{FF2B5EF4-FFF2-40B4-BE49-F238E27FC236}">
                <a16:creationId xmlns:a16="http://schemas.microsoft.com/office/drawing/2014/main" id="{6D6DB528-7FA3-332E-8C77-B250832D0184}"/>
              </a:ext>
            </a:extLst>
          </p:cNvPr>
          <p:cNvSpPr/>
          <p:nvPr/>
        </p:nvSpPr>
        <p:spPr>
          <a:xfrm>
            <a:off x="12423686" y="902373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21;p16">
            <a:extLst>
              <a:ext uri="{FF2B5EF4-FFF2-40B4-BE49-F238E27FC236}">
                <a16:creationId xmlns:a16="http://schemas.microsoft.com/office/drawing/2014/main" id="{707F0F55-CD7B-238D-CFF7-FDA98CDF2B78}"/>
              </a:ext>
            </a:extLst>
          </p:cNvPr>
          <p:cNvSpPr/>
          <p:nvPr/>
        </p:nvSpPr>
        <p:spPr>
          <a:xfrm>
            <a:off x="12395940" y="1119414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21;p16">
            <a:extLst>
              <a:ext uri="{FF2B5EF4-FFF2-40B4-BE49-F238E27FC236}">
                <a16:creationId xmlns:a16="http://schemas.microsoft.com/office/drawing/2014/main" id="{7392959A-8667-CD23-5CD7-3DD2625BDBCD}"/>
              </a:ext>
            </a:extLst>
          </p:cNvPr>
          <p:cNvSpPr/>
          <p:nvPr/>
        </p:nvSpPr>
        <p:spPr>
          <a:xfrm>
            <a:off x="15607166" y="613313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" name="Google Shape;121;p16">
            <a:extLst>
              <a:ext uri="{FF2B5EF4-FFF2-40B4-BE49-F238E27FC236}">
                <a16:creationId xmlns:a16="http://schemas.microsoft.com/office/drawing/2014/main" id="{B1AF8A98-FF77-6CF3-D7E0-569F85AE60A2}"/>
              </a:ext>
            </a:extLst>
          </p:cNvPr>
          <p:cNvSpPr/>
          <p:nvPr/>
        </p:nvSpPr>
        <p:spPr>
          <a:xfrm>
            <a:off x="15654801" y="9220841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" name="Google Shape;121;p16">
            <a:extLst>
              <a:ext uri="{FF2B5EF4-FFF2-40B4-BE49-F238E27FC236}">
                <a16:creationId xmlns:a16="http://schemas.microsoft.com/office/drawing/2014/main" id="{CE6B0747-7778-571D-B159-ED8C72AE70EE}"/>
              </a:ext>
            </a:extLst>
          </p:cNvPr>
          <p:cNvSpPr/>
          <p:nvPr/>
        </p:nvSpPr>
        <p:spPr>
          <a:xfrm>
            <a:off x="15607166" y="818164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" name="Google Shape;121;p16">
            <a:extLst>
              <a:ext uri="{FF2B5EF4-FFF2-40B4-BE49-F238E27FC236}">
                <a16:creationId xmlns:a16="http://schemas.microsoft.com/office/drawing/2014/main" id="{619324BE-2717-F412-7BAE-7E39BDDC0F7D}"/>
              </a:ext>
            </a:extLst>
          </p:cNvPr>
          <p:cNvSpPr/>
          <p:nvPr/>
        </p:nvSpPr>
        <p:spPr>
          <a:xfrm>
            <a:off x="15607166" y="4977406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" name="Google Shape;121;p16">
            <a:extLst>
              <a:ext uri="{FF2B5EF4-FFF2-40B4-BE49-F238E27FC236}">
                <a16:creationId xmlns:a16="http://schemas.microsoft.com/office/drawing/2014/main" id="{DCCFD43A-CECE-D383-B3F9-1A15A03BD2F8}"/>
              </a:ext>
            </a:extLst>
          </p:cNvPr>
          <p:cNvSpPr/>
          <p:nvPr/>
        </p:nvSpPr>
        <p:spPr>
          <a:xfrm>
            <a:off x="15607166" y="326538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" name="Google Shape;121;p16">
            <a:extLst>
              <a:ext uri="{FF2B5EF4-FFF2-40B4-BE49-F238E27FC236}">
                <a16:creationId xmlns:a16="http://schemas.microsoft.com/office/drawing/2014/main" id="{5403ED1A-F517-F3DA-3358-5A3A8CAA2BCE}"/>
              </a:ext>
            </a:extLst>
          </p:cNvPr>
          <p:cNvSpPr/>
          <p:nvPr/>
        </p:nvSpPr>
        <p:spPr>
          <a:xfrm>
            <a:off x="15532407" y="1594448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121;p16">
            <a:extLst>
              <a:ext uri="{FF2B5EF4-FFF2-40B4-BE49-F238E27FC236}">
                <a16:creationId xmlns:a16="http://schemas.microsoft.com/office/drawing/2014/main" id="{AA31E5A5-1CDC-FB0A-3024-F64CAD1393BB}"/>
              </a:ext>
            </a:extLst>
          </p:cNvPr>
          <p:cNvSpPr/>
          <p:nvPr/>
        </p:nvSpPr>
        <p:spPr>
          <a:xfrm>
            <a:off x="12402922" y="2682321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" name="Google Shape;121;p16">
            <a:extLst>
              <a:ext uri="{FF2B5EF4-FFF2-40B4-BE49-F238E27FC236}">
                <a16:creationId xmlns:a16="http://schemas.microsoft.com/office/drawing/2014/main" id="{FC565C52-AD9E-143A-25BF-4946958FE19E}"/>
              </a:ext>
            </a:extLst>
          </p:cNvPr>
          <p:cNvSpPr/>
          <p:nvPr/>
        </p:nvSpPr>
        <p:spPr>
          <a:xfrm>
            <a:off x="12402922" y="4157517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" name="Google Shape;121;p16">
            <a:extLst>
              <a:ext uri="{FF2B5EF4-FFF2-40B4-BE49-F238E27FC236}">
                <a16:creationId xmlns:a16="http://schemas.microsoft.com/office/drawing/2014/main" id="{DE963885-06CC-64DA-7845-B81694A0D890}"/>
              </a:ext>
            </a:extLst>
          </p:cNvPr>
          <p:cNvSpPr/>
          <p:nvPr/>
        </p:nvSpPr>
        <p:spPr>
          <a:xfrm>
            <a:off x="12423686" y="7375850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" name="Google Shape;121;p16">
            <a:extLst>
              <a:ext uri="{FF2B5EF4-FFF2-40B4-BE49-F238E27FC236}">
                <a16:creationId xmlns:a16="http://schemas.microsoft.com/office/drawing/2014/main" id="{60D6D72C-2512-56DD-F052-4FBE937059AB}"/>
              </a:ext>
            </a:extLst>
          </p:cNvPr>
          <p:cNvSpPr/>
          <p:nvPr/>
        </p:nvSpPr>
        <p:spPr>
          <a:xfrm>
            <a:off x="9745929" y="5826723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121;p16">
            <a:extLst>
              <a:ext uri="{FF2B5EF4-FFF2-40B4-BE49-F238E27FC236}">
                <a16:creationId xmlns:a16="http://schemas.microsoft.com/office/drawing/2014/main" id="{D6490F7B-D149-8F1D-51F3-EA1AD7A8BCA4}"/>
              </a:ext>
            </a:extLst>
          </p:cNvPr>
          <p:cNvSpPr/>
          <p:nvPr/>
        </p:nvSpPr>
        <p:spPr>
          <a:xfrm>
            <a:off x="9735861" y="8812560"/>
            <a:ext cx="2410800" cy="905019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" name="Google Shape;121;p16">
            <a:extLst>
              <a:ext uri="{FF2B5EF4-FFF2-40B4-BE49-F238E27FC236}">
                <a16:creationId xmlns:a16="http://schemas.microsoft.com/office/drawing/2014/main" id="{E90BDC21-53F1-27FF-1B6D-8138E92A6B09}"/>
              </a:ext>
            </a:extLst>
          </p:cNvPr>
          <p:cNvSpPr/>
          <p:nvPr/>
        </p:nvSpPr>
        <p:spPr>
          <a:xfrm>
            <a:off x="9414628" y="1271118"/>
            <a:ext cx="2410800" cy="61016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" name="Google Shape;121;p16">
            <a:extLst>
              <a:ext uri="{FF2B5EF4-FFF2-40B4-BE49-F238E27FC236}">
                <a16:creationId xmlns:a16="http://schemas.microsoft.com/office/drawing/2014/main" id="{AEB5770A-114E-19A6-70C5-1DC0886AD4AF}"/>
              </a:ext>
            </a:extLst>
          </p:cNvPr>
          <p:cNvSpPr/>
          <p:nvPr/>
        </p:nvSpPr>
        <p:spPr>
          <a:xfrm>
            <a:off x="9735861" y="9524639"/>
            <a:ext cx="2410800" cy="61016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" name="Google Shape;121;p16">
            <a:extLst>
              <a:ext uri="{FF2B5EF4-FFF2-40B4-BE49-F238E27FC236}">
                <a16:creationId xmlns:a16="http://schemas.microsoft.com/office/drawing/2014/main" id="{11111CBA-DAA2-BE6C-0011-A1B3C0A969B6}"/>
              </a:ext>
            </a:extLst>
          </p:cNvPr>
          <p:cNvSpPr/>
          <p:nvPr/>
        </p:nvSpPr>
        <p:spPr>
          <a:xfrm>
            <a:off x="9745929" y="7559935"/>
            <a:ext cx="2410800" cy="61016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" name="Google Shape;121;p16">
            <a:extLst>
              <a:ext uri="{FF2B5EF4-FFF2-40B4-BE49-F238E27FC236}">
                <a16:creationId xmlns:a16="http://schemas.microsoft.com/office/drawing/2014/main" id="{0AF5B3E6-751E-F04E-EBD5-D8B6512097F8}"/>
              </a:ext>
            </a:extLst>
          </p:cNvPr>
          <p:cNvSpPr/>
          <p:nvPr/>
        </p:nvSpPr>
        <p:spPr>
          <a:xfrm>
            <a:off x="9657648" y="4339391"/>
            <a:ext cx="2410800" cy="61016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" name="Google Shape;121;p16">
            <a:extLst>
              <a:ext uri="{FF2B5EF4-FFF2-40B4-BE49-F238E27FC236}">
                <a16:creationId xmlns:a16="http://schemas.microsoft.com/office/drawing/2014/main" id="{17FFF2D9-AFF2-50D5-4B27-C8F96A47A498}"/>
              </a:ext>
            </a:extLst>
          </p:cNvPr>
          <p:cNvSpPr/>
          <p:nvPr/>
        </p:nvSpPr>
        <p:spPr>
          <a:xfrm>
            <a:off x="9533166" y="2867401"/>
            <a:ext cx="2410800" cy="61016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" name="Google Shape;121;p16">
            <a:extLst>
              <a:ext uri="{FF2B5EF4-FFF2-40B4-BE49-F238E27FC236}">
                <a16:creationId xmlns:a16="http://schemas.microsoft.com/office/drawing/2014/main" id="{40082015-5236-737F-1643-0998FA6EBDAF}"/>
              </a:ext>
            </a:extLst>
          </p:cNvPr>
          <p:cNvSpPr/>
          <p:nvPr/>
        </p:nvSpPr>
        <p:spPr>
          <a:xfrm>
            <a:off x="9745929" y="6502342"/>
            <a:ext cx="2410800" cy="61016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8175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1B57DF00-5DDF-010B-650A-C5F345E11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1A510D11-9021-E51F-2E60-AD34C5A25CBA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9FE6ED25-9040-AF01-9B07-CFC96867BD36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19AA8645-88F8-2D70-14C8-8DA870CD3884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2C204F85-6029-0D14-1173-BB36E5DCD844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03EDCD98-A47E-2A54-7D00-996FC184FDC6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4C772131-F45C-2E0B-DD0C-29ADC841D9E1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591C7B01-727B-09F2-4B1C-F8B67FC0478A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DA8BC2CB-2946-CF9B-E32B-28997A8FEE5A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35274855-64F8-A8FA-C67B-57919843978E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0C0986EE-8E10-A8CE-FD5B-FDEC71B46356}"/>
              </a:ext>
            </a:extLst>
          </p:cNvPr>
          <p:cNvCxnSpPr/>
          <p:nvPr/>
        </p:nvCxnSpPr>
        <p:spPr>
          <a:xfrm>
            <a:off x="5607986" y="32019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24622F3C-02D5-98C3-2D95-882655235105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8030319A-1DAF-8A34-4BCD-CA0A6DCE4B5B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D6781700-5412-654B-14AF-E51ECAEBF922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355E227F-F4FD-0982-68B0-C99D7053B5CB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437E29BE-7D34-A50E-9E29-CD2A677EBDC5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E802D91F-32DB-8919-1287-4466D72FBD6A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D4BC62D2-85FC-0268-4515-C04511F7DBB9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3C6979EF-BE84-5BA9-9EA9-5C5B7F8FF300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4CB71736-30BD-546D-0B22-EDC6AA444A05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C4558091-E692-BE09-DDCB-44754D07932A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9E8BE5A9-2375-B1F2-3FA6-8DEFD4F473A9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86;p15">
            <a:extLst>
              <a:ext uri="{FF2B5EF4-FFF2-40B4-BE49-F238E27FC236}">
                <a16:creationId xmlns:a16="http://schemas.microsoft.com/office/drawing/2014/main" id="{FB1E856C-507C-0349-CD33-EA5FE9D51C8B}"/>
              </a:ext>
            </a:extLst>
          </p:cNvPr>
          <p:cNvSpPr/>
          <p:nvPr/>
        </p:nvSpPr>
        <p:spPr>
          <a:xfrm>
            <a:off x="6039639" y="825083"/>
            <a:ext cx="2410800" cy="901271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completar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92;p15">
            <a:extLst>
              <a:ext uri="{FF2B5EF4-FFF2-40B4-BE49-F238E27FC236}">
                <a16:creationId xmlns:a16="http://schemas.microsoft.com/office/drawing/2014/main" id="{AECFA234-205A-6E44-6481-13E8462DEB82}"/>
              </a:ext>
            </a:extLst>
          </p:cNvPr>
          <p:cNvSpPr/>
          <p:nvPr/>
        </p:nvSpPr>
        <p:spPr>
          <a:xfrm>
            <a:off x="6264864" y="2222750"/>
            <a:ext cx="2884105" cy="763447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completar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92;p15">
            <a:extLst>
              <a:ext uri="{FF2B5EF4-FFF2-40B4-BE49-F238E27FC236}">
                <a16:creationId xmlns:a16="http://schemas.microsoft.com/office/drawing/2014/main" id="{23F947EB-CF03-21EF-DC75-5D3BF2844FDD}"/>
              </a:ext>
            </a:extLst>
          </p:cNvPr>
          <p:cNvSpPr/>
          <p:nvPr/>
        </p:nvSpPr>
        <p:spPr>
          <a:xfrm>
            <a:off x="6443739" y="3457876"/>
            <a:ext cx="2884105" cy="641876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terminar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92;p15">
            <a:extLst>
              <a:ext uri="{FF2B5EF4-FFF2-40B4-BE49-F238E27FC236}">
                <a16:creationId xmlns:a16="http://schemas.microsoft.com/office/drawing/2014/main" id="{F7399CAF-459A-6E42-4048-1723E91B6BC8}"/>
              </a:ext>
            </a:extLst>
          </p:cNvPr>
          <p:cNvSpPr/>
          <p:nvPr/>
        </p:nvSpPr>
        <p:spPr>
          <a:xfrm>
            <a:off x="6622614" y="4777838"/>
            <a:ext cx="2884105" cy="509880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US4: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fazer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as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 para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terminar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tarefa</a:t>
            </a: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121;p16">
            <a:extLst>
              <a:ext uri="{FF2B5EF4-FFF2-40B4-BE49-F238E27FC236}">
                <a16:creationId xmlns:a16="http://schemas.microsoft.com/office/drawing/2014/main" id="{4785969B-FC4A-6199-407A-2BC5D92D77BC}"/>
              </a:ext>
            </a:extLst>
          </p:cNvPr>
          <p:cNvSpPr/>
          <p:nvPr/>
        </p:nvSpPr>
        <p:spPr>
          <a:xfrm>
            <a:off x="18250276" y="891495"/>
            <a:ext cx="3248024" cy="1385428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FE55AAAF-B2E6-51B7-A4A0-6D1A29E1077E}"/>
              </a:ext>
            </a:extLst>
          </p:cNvPr>
          <p:cNvSpPr/>
          <p:nvPr/>
        </p:nvSpPr>
        <p:spPr>
          <a:xfrm>
            <a:off x="18250276" y="2475240"/>
            <a:ext cx="3248024" cy="1385428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21;p16">
            <a:extLst>
              <a:ext uri="{FF2B5EF4-FFF2-40B4-BE49-F238E27FC236}">
                <a16:creationId xmlns:a16="http://schemas.microsoft.com/office/drawing/2014/main" id="{002E862F-6A3D-E8CA-A5F8-32BD4D7993E9}"/>
              </a:ext>
            </a:extLst>
          </p:cNvPr>
          <p:cNvSpPr/>
          <p:nvPr/>
        </p:nvSpPr>
        <p:spPr>
          <a:xfrm>
            <a:off x="18250276" y="4092969"/>
            <a:ext cx="3248024" cy="1385428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121;p16">
            <a:extLst>
              <a:ext uri="{FF2B5EF4-FFF2-40B4-BE49-F238E27FC236}">
                <a16:creationId xmlns:a16="http://schemas.microsoft.com/office/drawing/2014/main" id="{1A390241-0CC1-D634-7975-41759C9D145B}"/>
              </a:ext>
            </a:extLst>
          </p:cNvPr>
          <p:cNvSpPr/>
          <p:nvPr/>
        </p:nvSpPr>
        <p:spPr>
          <a:xfrm>
            <a:off x="18250276" y="5649418"/>
            <a:ext cx="3248024" cy="1385428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121;p16">
            <a:extLst>
              <a:ext uri="{FF2B5EF4-FFF2-40B4-BE49-F238E27FC236}">
                <a16:creationId xmlns:a16="http://schemas.microsoft.com/office/drawing/2014/main" id="{A9815E28-146B-E7DF-86FD-040C009472DB}"/>
              </a:ext>
            </a:extLst>
          </p:cNvPr>
          <p:cNvSpPr/>
          <p:nvPr/>
        </p:nvSpPr>
        <p:spPr>
          <a:xfrm>
            <a:off x="18250276" y="7227199"/>
            <a:ext cx="3248024" cy="1385428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121;p16">
            <a:extLst>
              <a:ext uri="{FF2B5EF4-FFF2-40B4-BE49-F238E27FC236}">
                <a16:creationId xmlns:a16="http://schemas.microsoft.com/office/drawing/2014/main" id="{F8724F7B-5BF2-90B2-BE00-786F93E1FFD3}"/>
              </a:ext>
            </a:extLst>
          </p:cNvPr>
          <p:cNvSpPr/>
          <p:nvPr/>
        </p:nvSpPr>
        <p:spPr>
          <a:xfrm>
            <a:off x="18250276" y="8804980"/>
            <a:ext cx="3248024" cy="1385428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padrões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desenho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T2: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CodeSmells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T3: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Identificar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CodeMetrics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T4: Fazer “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UseCases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27368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EBFD6EA-A48C-63D4-EDD7-5B179984D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>
            <a:extLst>
              <a:ext uri="{FF2B5EF4-FFF2-40B4-BE49-F238E27FC236}">
                <a16:creationId xmlns:a16="http://schemas.microsoft.com/office/drawing/2014/main" id="{164746D6-B500-63ED-A898-1D62D88EB8EC}"/>
              </a:ext>
            </a:extLst>
          </p:cNvPr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4E6590C9-D3D0-13D5-F472-26282D6BD622}"/>
              </a:ext>
            </a:extLst>
          </p:cNvPr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5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83642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6C234F18-EF5C-6646-E071-8487F7E2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0FA7271B-49A4-4EA5-B94D-523856EAB9AB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EF65630C-B5A3-F7AD-311A-47678288CA10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A6AA3BF1-D384-16CE-F7AE-F2D65D41B716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2B5AF5F0-9939-AA68-1239-06F43617491A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4904590F-C04E-1A45-D258-62E82151C837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D7150193-2A04-4B93-A4B5-1C80450CC0B9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37365BD8-8582-6193-3F3A-B679F38A11D4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C61F63FF-85B2-C682-7C17-DA9CBE05BE5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4BA81BA1-1F84-9A0C-9B69-FB7FF37C97EB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37D21275-C78A-B3F5-6FCA-48B31691FA18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118C5939-D241-9138-D3FF-5B1E85C723B2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8ECB2DEC-CC21-A204-ED02-81F1526B3247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1BD36354-4A6F-D396-D993-E199E2307A26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86B6A005-6AB5-F470-7282-4DF5BB4243FE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24DBB748-2678-1EA8-A485-AF9C91ED4002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C0CC416F-C734-4CB8-A2EC-C43D11EF3AC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3EC76D3C-D152-060F-CC37-4C758FBD05CB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8CD9B04C-7B17-3A03-66A4-195D868581FA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DAE98067-BA7B-B697-828C-D2842232A116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E170DC01-D154-8867-C4C6-1AE0F0982F32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7F6E731C-F28E-4845-2E7C-45AF68A052C1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92;p15">
            <a:extLst>
              <a:ext uri="{FF2B5EF4-FFF2-40B4-BE49-F238E27FC236}">
                <a16:creationId xmlns:a16="http://schemas.microsoft.com/office/drawing/2014/main" id="{619F19D0-A650-FE2C-A413-3C8DF5B336B0}"/>
              </a:ext>
            </a:extLst>
          </p:cNvPr>
          <p:cNvSpPr/>
          <p:nvPr/>
        </p:nvSpPr>
        <p:spPr>
          <a:xfrm>
            <a:off x="270828" y="872940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T1: Implementar o novo mapa com objetivo semanal e ranking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92;p15">
            <a:extLst>
              <a:ext uri="{FF2B5EF4-FFF2-40B4-BE49-F238E27FC236}">
                <a16:creationId xmlns:a16="http://schemas.microsoft.com/office/drawing/2014/main" id="{897ADA3A-B9C6-CD39-C093-76B5441777F4}"/>
              </a:ext>
            </a:extLst>
          </p:cNvPr>
          <p:cNvSpPr/>
          <p:nvPr/>
        </p:nvSpPr>
        <p:spPr>
          <a:xfrm>
            <a:off x="277880" y="2783177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92;p15">
            <a:extLst>
              <a:ext uri="{FF2B5EF4-FFF2-40B4-BE49-F238E27FC236}">
                <a16:creationId xmlns:a16="http://schemas.microsoft.com/office/drawing/2014/main" id="{4246A0A7-ACC5-192C-B7EF-C8B08F69E79B}"/>
              </a:ext>
            </a:extLst>
          </p:cNvPr>
          <p:cNvSpPr/>
          <p:nvPr/>
        </p:nvSpPr>
        <p:spPr>
          <a:xfrm>
            <a:off x="277880" y="4699227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as diferentes condições climatéricas.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86;p15">
            <a:extLst>
              <a:ext uri="{FF2B5EF4-FFF2-40B4-BE49-F238E27FC236}">
                <a16:creationId xmlns:a16="http://schemas.microsoft.com/office/drawing/2014/main" id="{C73BBE09-7AF8-2E0C-440C-6FF99D05A508}"/>
              </a:ext>
            </a:extLst>
          </p:cNvPr>
          <p:cNvSpPr/>
          <p:nvPr/>
        </p:nvSpPr>
        <p:spPr>
          <a:xfrm>
            <a:off x="6113259" y="1088887"/>
            <a:ext cx="2410800" cy="906952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novo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mapa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objetivo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semanal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ranking.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92;p15">
            <a:extLst>
              <a:ext uri="{FF2B5EF4-FFF2-40B4-BE49-F238E27FC236}">
                <a16:creationId xmlns:a16="http://schemas.microsoft.com/office/drawing/2014/main" id="{A333C870-6B58-CE6D-F17A-1A7FD0BC7437}"/>
              </a:ext>
            </a:extLst>
          </p:cNvPr>
          <p:cNvSpPr/>
          <p:nvPr/>
        </p:nvSpPr>
        <p:spPr>
          <a:xfrm>
            <a:off x="6220805" y="2536503"/>
            <a:ext cx="2507514" cy="763447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8FABC0D9-A41E-04B0-8EFC-0F732BE4D5B1}"/>
              </a:ext>
            </a:extLst>
          </p:cNvPr>
          <p:cNvSpPr/>
          <p:nvPr/>
        </p:nvSpPr>
        <p:spPr>
          <a:xfrm>
            <a:off x="6294173" y="3994181"/>
            <a:ext cx="2548762" cy="6176792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as diferentes condições climatéricas.</a:t>
            </a:r>
          </a:p>
        </p:txBody>
      </p:sp>
    </p:spTree>
    <p:extLst>
      <p:ext uri="{BB962C8B-B14F-4D97-AF65-F5344CB8AC3E}">
        <p14:creationId xmlns:p14="http://schemas.microsoft.com/office/powerpoint/2010/main" val="1632838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3A07598E-EBA3-8AFC-5CAA-49848139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AF004D3C-A391-E63A-19C2-1297158BC63C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8871A561-D3B3-6796-3127-27E33C963549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FC2C3AC4-48AF-ACD1-A784-238EC7D442D3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1DA4AC9C-09C1-F6E4-A8F4-1EAC1BA63D77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BC06BCF9-54F3-BA25-830A-1C49A1A68E68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3D01836A-55B8-C6BA-82CD-8EAA157E6A44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29D00CBA-D30D-75DA-49FA-3CBD84E2EE88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F5FF8753-39A0-C025-D867-8C3F03B30866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B2829AFB-6165-C8D5-EC56-AF8ABDDE9EF8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1AB4AAF4-FBAA-E6C6-7478-81BA9B891461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B2FBC8FB-759C-5D6E-0626-47D22648F900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629D5493-021E-2CF8-629C-B49AB58E5A22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F8F6A46D-2060-BDEC-B8A8-C1B266009630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96AD2D4E-AD7C-CA64-30F1-245304071DBE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B57419FA-6EEF-45E2-B7FD-8BE8F79A0728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6D7064A2-FA68-771E-E233-06069D607CDA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5EEE2CC9-1FB8-0EBD-814E-58D75C27656B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14C5B081-E4A7-53B0-6AA6-B1F9F172D769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261CB615-FF92-5E86-9AE2-91FF31399343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7DB2D0FA-7055-D508-5D2E-F02925EBFD80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EEE8AA1C-0F8D-1599-FAC0-4B90B6B19DCF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86;p15">
            <a:extLst>
              <a:ext uri="{FF2B5EF4-FFF2-40B4-BE49-F238E27FC236}">
                <a16:creationId xmlns:a16="http://schemas.microsoft.com/office/drawing/2014/main" id="{C2C34EFB-898A-06FD-C407-9DE65FEAE38C}"/>
              </a:ext>
            </a:extLst>
          </p:cNvPr>
          <p:cNvSpPr/>
          <p:nvPr/>
        </p:nvSpPr>
        <p:spPr>
          <a:xfrm>
            <a:off x="6113259" y="1088887"/>
            <a:ext cx="2410800" cy="906952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novo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mapa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objetivo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semanal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ranking.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92;p15">
            <a:extLst>
              <a:ext uri="{FF2B5EF4-FFF2-40B4-BE49-F238E27FC236}">
                <a16:creationId xmlns:a16="http://schemas.microsoft.com/office/drawing/2014/main" id="{772E8B87-CF4D-0CA4-D3B0-AB0AEDBFF3BC}"/>
              </a:ext>
            </a:extLst>
          </p:cNvPr>
          <p:cNvSpPr/>
          <p:nvPr/>
        </p:nvSpPr>
        <p:spPr>
          <a:xfrm>
            <a:off x="6220805" y="2536503"/>
            <a:ext cx="2507514" cy="763447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ACD90AF1-C1C3-436F-E5E4-0E6A17E0F072}"/>
              </a:ext>
            </a:extLst>
          </p:cNvPr>
          <p:cNvSpPr/>
          <p:nvPr/>
        </p:nvSpPr>
        <p:spPr>
          <a:xfrm>
            <a:off x="6294173" y="3994181"/>
            <a:ext cx="2548762" cy="6176792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as diferentes condições climatéricas.</a:t>
            </a:r>
          </a:p>
        </p:txBody>
      </p:sp>
      <p:sp>
        <p:nvSpPr>
          <p:cNvPr id="25" name="Google Shape;121;p16">
            <a:extLst>
              <a:ext uri="{FF2B5EF4-FFF2-40B4-BE49-F238E27FC236}">
                <a16:creationId xmlns:a16="http://schemas.microsoft.com/office/drawing/2014/main" id="{D89A3A82-5859-D371-16AE-D9D07B76AED5}"/>
              </a:ext>
            </a:extLst>
          </p:cNvPr>
          <p:cNvSpPr/>
          <p:nvPr/>
        </p:nvSpPr>
        <p:spPr>
          <a:xfrm>
            <a:off x="12395940" y="1104722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Fazer Interface de Rankings e “jogar Desafio Semanal”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" name="Google Shape;121;p16">
            <a:extLst>
              <a:ext uri="{FF2B5EF4-FFF2-40B4-BE49-F238E27FC236}">
                <a16:creationId xmlns:a16="http://schemas.microsoft.com/office/drawing/2014/main" id="{006DD7DB-6473-2DE4-4874-88A514979BBD}"/>
              </a:ext>
            </a:extLst>
          </p:cNvPr>
          <p:cNvSpPr/>
          <p:nvPr/>
        </p:nvSpPr>
        <p:spPr>
          <a:xfrm>
            <a:off x="9366071" y="8897627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21;p16">
            <a:extLst>
              <a:ext uri="{FF2B5EF4-FFF2-40B4-BE49-F238E27FC236}">
                <a16:creationId xmlns:a16="http://schemas.microsoft.com/office/drawing/2014/main" id="{7F1BF7C6-355B-004E-DDD2-D93DC227D842}"/>
              </a:ext>
            </a:extLst>
          </p:cNvPr>
          <p:cNvSpPr/>
          <p:nvPr/>
        </p:nvSpPr>
        <p:spPr>
          <a:xfrm>
            <a:off x="9366071" y="5744289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21;p16">
            <a:extLst>
              <a:ext uri="{FF2B5EF4-FFF2-40B4-BE49-F238E27FC236}">
                <a16:creationId xmlns:a16="http://schemas.microsoft.com/office/drawing/2014/main" id="{4ED0CAA4-9B4E-73CC-8DAB-5CC49617A235}"/>
              </a:ext>
            </a:extLst>
          </p:cNvPr>
          <p:cNvSpPr/>
          <p:nvPr/>
        </p:nvSpPr>
        <p:spPr>
          <a:xfrm>
            <a:off x="12395940" y="4225282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Terramoto.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" name="Google Shape;121;p16">
            <a:extLst>
              <a:ext uri="{FF2B5EF4-FFF2-40B4-BE49-F238E27FC236}">
                <a16:creationId xmlns:a16="http://schemas.microsoft.com/office/drawing/2014/main" id="{DD5EAB4D-5FD4-276A-54F0-19874A4F5CE2}"/>
              </a:ext>
            </a:extLst>
          </p:cNvPr>
          <p:cNvSpPr/>
          <p:nvPr/>
        </p:nvSpPr>
        <p:spPr>
          <a:xfrm>
            <a:off x="12395940" y="7321727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Meteorito. 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22504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9BF79E9C-23FF-1414-1633-55F0B868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8CB2FD25-E170-08EC-033F-92C4DFB393AD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CB91F41C-543C-7B80-287E-D6449B583A95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51A77072-BB1A-F531-CF64-C71DEF52C75F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9B070276-5101-EBC0-79D9-2AE78AE7B808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9954E637-CFA1-67DD-3BE2-EF24FCC5ADD6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7A6C6064-2889-413F-5D64-C9415A5B8FFD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6984E597-5333-CAFD-7931-C42E3E2F2B0B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988C9FDB-EA20-45B0-A7A6-0966BEB1D8C3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246903D5-F517-CFD9-029D-46EA8B45855E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1B3FC8C9-F709-3057-9FBD-F20AE40FC08F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8D1FF30C-0E57-330F-7E0A-1597ACB3F83A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4EA3AD75-CE31-C909-74EC-1C6DD50DF1D5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EBEA50E0-EBD8-B815-F6BD-99BCD18A95E6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38A01EF9-F242-A653-28A8-E713A57AF6D4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5044B621-30ED-9C45-4086-D2A2A3914BDC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D2793EA6-FC61-822C-757C-7981A789F335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0360EF60-0BD4-333B-48BC-8C59873F0162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60AED093-00B1-95CB-1EC2-DE05E4CE439D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30A20F4D-8E79-6D7C-3DC1-A73344423460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5511BEA8-50E3-0030-56D6-5D014FCC874E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FC2FA3C3-CB58-647D-F9AE-6ACFAC145C1E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86;p15">
            <a:extLst>
              <a:ext uri="{FF2B5EF4-FFF2-40B4-BE49-F238E27FC236}">
                <a16:creationId xmlns:a16="http://schemas.microsoft.com/office/drawing/2014/main" id="{FEC2352D-41DC-AE74-BF73-D8FA71B13D22}"/>
              </a:ext>
            </a:extLst>
          </p:cNvPr>
          <p:cNvSpPr/>
          <p:nvPr/>
        </p:nvSpPr>
        <p:spPr>
          <a:xfrm>
            <a:off x="6113259" y="1088887"/>
            <a:ext cx="2410800" cy="9069525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novo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mapa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com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objetivo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semanal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ranking.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92;p15">
            <a:extLst>
              <a:ext uri="{FF2B5EF4-FFF2-40B4-BE49-F238E27FC236}">
                <a16:creationId xmlns:a16="http://schemas.microsoft.com/office/drawing/2014/main" id="{DE4E2D31-CAD4-24B8-C57E-9C8751C1E412}"/>
              </a:ext>
            </a:extLst>
          </p:cNvPr>
          <p:cNvSpPr/>
          <p:nvPr/>
        </p:nvSpPr>
        <p:spPr>
          <a:xfrm>
            <a:off x="6220805" y="2536503"/>
            <a:ext cx="2507514" cy="763447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1FA25614-593C-60DA-A508-81C3971596F3}"/>
              </a:ext>
            </a:extLst>
          </p:cNvPr>
          <p:cNvSpPr/>
          <p:nvPr/>
        </p:nvSpPr>
        <p:spPr>
          <a:xfrm>
            <a:off x="6294173" y="3994181"/>
            <a:ext cx="2548762" cy="6176792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as diferentes condições climatéricas.</a:t>
            </a:r>
          </a:p>
        </p:txBody>
      </p:sp>
      <p:sp>
        <p:nvSpPr>
          <p:cNvPr id="26" name="Google Shape;121;p16">
            <a:extLst>
              <a:ext uri="{FF2B5EF4-FFF2-40B4-BE49-F238E27FC236}">
                <a16:creationId xmlns:a16="http://schemas.microsoft.com/office/drawing/2014/main" id="{28293602-41D8-E9EB-6BC0-B91B22B30CA3}"/>
              </a:ext>
            </a:extLst>
          </p:cNvPr>
          <p:cNvSpPr/>
          <p:nvPr/>
        </p:nvSpPr>
        <p:spPr>
          <a:xfrm>
            <a:off x="12423686" y="8891469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" name="Google Shape;121;p16">
            <a:extLst>
              <a:ext uri="{FF2B5EF4-FFF2-40B4-BE49-F238E27FC236}">
                <a16:creationId xmlns:a16="http://schemas.microsoft.com/office/drawing/2014/main" id="{1A33A008-7FD8-F8C0-C061-C035C1E92AC3}"/>
              </a:ext>
            </a:extLst>
          </p:cNvPr>
          <p:cNvSpPr/>
          <p:nvPr/>
        </p:nvSpPr>
        <p:spPr>
          <a:xfrm>
            <a:off x="12423686" y="5744289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" name="Google Shape;121;p16">
            <a:extLst>
              <a:ext uri="{FF2B5EF4-FFF2-40B4-BE49-F238E27FC236}">
                <a16:creationId xmlns:a16="http://schemas.microsoft.com/office/drawing/2014/main" id="{7B5E1320-893A-F6FF-43B7-F806B0471CE6}"/>
              </a:ext>
            </a:extLst>
          </p:cNvPr>
          <p:cNvSpPr/>
          <p:nvPr/>
        </p:nvSpPr>
        <p:spPr>
          <a:xfrm>
            <a:off x="12395940" y="4165308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Terramoto.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" name="Google Shape;121;p16">
            <a:extLst>
              <a:ext uri="{FF2B5EF4-FFF2-40B4-BE49-F238E27FC236}">
                <a16:creationId xmlns:a16="http://schemas.microsoft.com/office/drawing/2014/main" id="{BAB7DB89-CEFF-D3CD-C38E-B9CB6164CBE2}"/>
              </a:ext>
            </a:extLst>
          </p:cNvPr>
          <p:cNvSpPr/>
          <p:nvPr/>
        </p:nvSpPr>
        <p:spPr>
          <a:xfrm>
            <a:off x="15532407" y="7321727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Meteorito. 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CFB53F3B-A97C-49DA-93E1-8B1663361130}"/>
              </a:ext>
            </a:extLst>
          </p:cNvPr>
          <p:cNvSpPr/>
          <p:nvPr/>
        </p:nvSpPr>
        <p:spPr>
          <a:xfrm>
            <a:off x="12395940" y="4784311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Tsunami.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21;p16">
            <a:extLst>
              <a:ext uri="{FF2B5EF4-FFF2-40B4-BE49-F238E27FC236}">
                <a16:creationId xmlns:a16="http://schemas.microsoft.com/office/drawing/2014/main" id="{941860DA-5F6B-820F-4866-958C97D3AF99}"/>
              </a:ext>
            </a:extLst>
          </p:cNvPr>
          <p:cNvSpPr/>
          <p:nvPr/>
        </p:nvSpPr>
        <p:spPr>
          <a:xfrm>
            <a:off x="15532407" y="1078588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Fazer Interface de Rankings e “jogar Desafio Semanal”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92438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8A453F8-ECD9-7141-CDD6-109E3B8B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>
            <a:extLst>
              <a:ext uri="{FF2B5EF4-FFF2-40B4-BE49-F238E27FC236}">
                <a16:creationId xmlns:a16="http://schemas.microsoft.com/office/drawing/2014/main" id="{85D624E0-D4E0-CC9A-3DD9-A4597601F9FE}"/>
              </a:ext>
            </a:extLst>
          </p:cNvPr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9C56FCB9-BF84-7C9F-90D9-4FBBF200DCBC}"/>
              </a:ext>
            </a:extLst>
          </p:cNvPr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6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49578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988A0C36-91A8-424E-47D0-C9FFA7AA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A77EDF78-783E-1055-3E26-0C71D312180F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B98D767B-8ACB-D271-F132-A0E445653DAA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2FCA0D5B-8F24-0836-052A-2EDA5068EB78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B6639257-54CA-F8F2-4D34-C5970A254913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F924E555-3E0F-E013-8627-B264192983AB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7E16B341-9D7F-CADA-B9AE-E1125E77F572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BAA6B421-B4E1-CC48-6694-DFA17776975B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516D7FC1-2721-9ABA-87C7-7ED7F357E81D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0D220198-1226-64AA-ED17-6F832D349B6E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B0061229-9FB6-1392-3177-6FEED81A8725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0FE2DB45-6CA0-0905-DB19-91DA1397CDA9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8497C966-1D35-ED7F-F938-169BBE04EE1A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835B2663-0890-96B6-07DC-4DA497028CE4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89850700-3A1C-F3DA-D4C1-BA2F915CC867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425B3A0D-8E09-8D6D-87F4-6527CB687C31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D4F7ADC3-A67C-C392-602B-A6691E12973F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68EADD84-B48E-2466-1EBD-CBF5C7DC0600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3EEB9402-294C-D6EE-0ECD-BDCFE13115EB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38933AE8-4E26-2CF1-7F39-C385B676EB96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AA10CF88-7570-5F3D-B88A-F08F621A4BBA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291A0CC3-4110-4639-1C79-D3DD3C4BE937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92;p15">
            <a:extLst>
              <a:ext uri="{FF2B5EF4-FFF2-40B4-BE49-F238E27FC236}">
                <a16:creationId xmlns:a16="http://schemas.microsoft.com/office/drawing/2014/main" id="{3D597083-EB0F-4290-8143-BF179502298F}"/>
              </a:ext>
            </a:extLst>
          </p:cNvPr>
          <p:cNvSpPr/>
          <p:nvPr/>
        </p:nvSpPr>
        <p:spPr>
          <a:xfrm>
            <a:off x="270828" y="872940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T1: Acabar de implementar o gerador de mapa semanal.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92;p15">
            <a:extLst>
              <a:ext uri="{FF2B5EF4-FFF2-40B4-BE49-F238E27FC236}">
                <a16:creationId xmlns:a16="http://schemas.microsoft.com/office/drawing/2014/main" id="{07784F17-3532-FD63-B1B6-5CC770A9A748}"/>
              </a:ext>
            </a:extLst>
          </p:cNvPr>
          <p:cNvSpPr/>
          <p:nvPr/>
        </p:nvSpPr>
        <p:spPr>
          <a:xfrm>
            <a:off x="277880" y="2783177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Acabar de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 e fazer o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" name="Google Shape;92;p15">
            <a:extLst>
              <a:ext uri="{FF2B5EF4-FFF2-40B4-BE49-F238E27FC236}">
                <a16:creationId xmlns:a16="http://schemas.microsoft.com/office/drawing/2014/main" id="{0FF2637C-A33B-57B4-748E-01BCA8231306}"/>
              </a:ext>
            </a:extLst>
          </p:cNvPr>
          <p:cNvSpPr/>
          <p:nvPr/>
        </p:nvSpPr>
        <p:spPr>
          <a:xfrm>
            <a:off x="277880" y="4699227"/>
            <a:ext cx="2185575" cy="1792037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Acabar de implementar as diferentes condições climatéricas e fazer o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review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86;p15">
            <a:extLst>
              <a:ext uri="{FF2B5EF4-FFF2-40B4-BE49-F238E27FC236}">
                <a16:creationId xmlns:a16="http://schemas.microsoft.com/office/drawing/2014/main" id="{5A9D5649-F694-D8B5-7DC3-7475446F2EB4}"/>
              </a:ext>
            </a:extLst>
          </p:cNvPr>
          <p:cNvSpPr/>
          <p:nvPr/>
        </p:nvSpPr>
        <p:spPr>
          <a:xfrm>
            <a:off x="6113258" y="1294224"/>
            <a:ext cx="2609591" cy="886418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um modo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onde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mapa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muda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semanalmente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possui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um ranking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baseado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na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performance.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92;p15">
            <a:extLst>
              <a:ext uri="{FF2B5EF4-FFF2-40B4-BE49-F238E27FC236}">
                <a16:creationId xmlns:a16="http://schemas.microsoft.com/office/drawing/2014/main" id="{4AA76463-0120-A363-0737-1D738CF2A3BD}"/>
              </a:ext>
            </a:extLst>
          </p:cNvPr>
          <p:cNvSpPr/>
          <p:nvPr/>
        </p:nvSpPr>
        <p:spPr>
          <a:xfrm>
            <a:off x="6113258" y="3203475"/>
            <a:ext cx="2609587" cy="760968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232B6B6E-700E-8286-71A1-6EE06569DF3A}"/>
              </a:ext>
            </a:extLst>
          </p:cNvPr>
          <p:cNvSpPr/>
          <p:nvPr/>
        </p:nvSpPr>
        <p:spPr>
          <a:xfrm>
            <a:off x="6136546" y="4644094"/>
            <a:ext cx="2609586" cy="620808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as diferentes condições climatéricas.</a:t>
            </a:r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805A6E3C-76D1-F106-727D-8DB93F2D4F85}"/>
              </a:ext>
            </a:extLst>
          </p:cNvPr>
          <p:cNvSpPr/>
          <p:nvPr/>
        </p:nvSpPr>
        <p:spPr>
          <a:xfrm>
            <a:off x="18725151" y="1021952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Fazer Interface de Rankings e “jogar Desafio Semanal”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121;p16">
            <a:extLst>
              <a:ext uri="{FF2B5EF4-FFF2-40B4-BE49-F238E27FC236}">
                <a16:creationId xmlns:a16="http://schemas.microsoft.com/office/drawing/2014/main" id="{28C1938A-8197-12AB-8260-ED0931FE9A60}"/>
              </a:ext>
            </a:extLst>
          </p:cNvPr>
          <p:cNvSpPr/>
          <p:nvPr/>
        </p:nvSpPr>
        <p:spPr>
          <a:xfrm>
            <a:off x="12423686" y="5744289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21;p16">
            <a:extLst>
              <a:ext uri="{FF2B5EF4-FFF2-40B4-BE49-F238E27FC236}">
                <a16:creationId xmlns:a16="http://schemas.microsoft.com/office/drawing/2014/main" id="{A9886EED-CED5-BB23-19B3-3BF9AAFDA0BE}"/>
              </a:ext>
            </a:extLst>
          </p:cNvPr>
          <p:cNvSpPr/>
          <p:nvPr/>
        </p:nvSpPr>
        <p:spPr>
          <a:xfrm>
            <a:off x="12395940" y="4165308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Terramoto.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21;p16">
            <a:extLst>
              <a:ext uri="{FF2B5EF4-FFF2-40B4-BE49-F238E27FC236}">
                <a16:creationId xmlns:a16="http://schemas.microsoft.com/office/drawing/2014/main" id="{EBE4B65A-AE86-108F-6788-C23D95550E8C}"/>
              </a:ext>
            </a:extLst>
          </p:cNvPr>
          <p:cNvSpPr/>
          <p:nvPr/>
        </p:nvSpPr>
        <p:spPr>
          <a:xfrm>
            <a:off x="12395940" y="4784311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Tsunami.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21;p16">
            <a:extLst>
              <a:ext uri="{FF2B5EF4-FFF2-40B4-BE49-F238E27FC236}">
                <a16:creationId xmlns:a16="http://schemas.microsoft.com/office/drawing/2014/main" id="{F0FA35D7-9139-A2A0-6CC2-62013B2B0BBD}"/>
              </a:ext>
            </a:extLst>
          </p:cNvPr>
          <p:cNvSpPr/>
          <p:nvPr/>
        </p:nvSpPr>
        <p:spPr>
          <a:xfrm>
            <a:off x="12423686" y="8891469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121;p16">
            <a:extLst>
              <a:ext uri="{FF2B5EF4-FFF2-40B4-BE49-F238E27FC236}">
                <a16:creationId xmlns:a16="http://schemas.microsoft.com/office/drawing/2014/main" id="{2DA60474-BBB9-8711-8A19-AE7C60FA91EB}"/>
              </a:ext>
            </a:extLst>
          </p:cNvPr>
          <p:cNvSpPr/>
          <p:nvPr/>
        </p:nvSpPr>
        <p:spPr>
          <a:xfrm>
            <a:off x="12423686" y="7368613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Meteorito. 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121;p16">
            <a:extLst>
              <a:ext uri="{FF2B5EF4-FFF2-40B4-BE49-F238E27FC236}">
                <a16:creationId xmlns:a16="http://schemas.microsoft.com/office/drawing/2014/main" id="{9AB6F074-F751-26EF-7D7D-8737CC46C84E}"/>
              </a:ext>
            </a:extLst>
          </p:cNvPr>
          <p:cNvSpPr/>
          <p:nvPr/>
        </p:nvSpPr>
        <p:spPr>
          <a:xfrm>
            <a:off x="12395940" y="932272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Implementar um gerador de mapa semanal.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26798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4A943328-785A-E29B-AB2A-4D2A05FC6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09F13374-F78C-AD8E-6990-67454CDB8E12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22B1715B-B0EA-CEE4-5E51-1EC35ECE3A2D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3BF77B78-4886-1159-6173-545795109F39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89CDBF29-B239-8926-7DFC-F090B5F22DB2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42048A09-B4EB-AE5E-FB46-678DF6A685F6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27A5B666-8FEB-C601-F640-AFF6918D6168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4686B43A-76A6-F4B8-2BDC-E256EE80F128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806F9C96-6E39-79B2-A816-6BD0CAB6DC96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E521A9CC-31A5-5FAA-F7E4-F6C595DF6197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448FECDA-C7BD-14CB-AC1A-C20AF905E499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9AE07E07-62EE-DF0C-BBA1-C0B8BE8B74B5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3C133FF5-D8D7-79AB-DA4A-7B08166C64E8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1C55A161-900E-DD2E-ED6A-1B39AAD8B2AF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8B98A1E3-A2C3-CF04-53CA-F0EB6CF01297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C5E52549-E9B3-FBB3-E232-A78E25647975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B0C8E30B-2B5F-6D0C-0A7B-3E694EC10C9C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0A9BE16D-E72E-7895-EC5B-8382E9CA171A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38FD56A0-C44E-03ED-9A4A-4E54E2A5BAE1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FAD72093-2ACB-0387-C6E8-506A13080931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85B59DC2-D1CE-EEF1-89BB-609D0FC1CD16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BC873F4F-6C71-F84A-0DD7-133231249620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86;p15">
            <a:extLst>
              <a:ext uri="{FF2B5EF4-FFF2-40B4-BE49-F238E27FC236}">
                <a16:creationId xmlns:a16="http://schemas.microsoft.com/office/drawing/2014/main" id="{DA10F264-644F-ABE0-7824-34D0F4708A10}"/>
              </a:ext>
            </a:extLst>
          </p:cNvPr>
          <p:cNvSpPr/>
          <p:nvPr/>
        </p:nvSpPr>
        <p:spPr>
          <a:xfrm>
            <a:off x="6113258" y="1294224"/>
            <a:ext cx="2609591" cy="886418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um modo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onde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mapa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muda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semanalmente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possui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um ranking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baseado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na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performance.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92;p15">
            <a:extLst>
              <a:ext uri="{FF2B5EF4-FFF2-40B4-BE49-F238E27FC236}">
                <a16:creationId xmlns:a16="http://schemas.microsoft.com/office/drawing/2014/main" id="{472925EA-32E9-5AD5-80FE-6685DF5E21DC}"/>
              </a:ext>
            </a:extLst>
          </p:cNvPr>
          <p:cNvSpPr/>
          <p:nvPr/>
        </p:nvSpPr>
        <p:spPr>
          <a:xfrm>
            <a:off x="6113258" y="3203475"/>
            <a:ext cx="2609587" cy="760968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ED4BB08E-DED3-DC2B-8E63-4BDA60D6AF64}"/>
              </a:ext>
            </a:extLst>
          </p:cNvPr>
          <p:cNvSpPr/>
          <p:nvPr/>
        </p:nvSpPr>
        <p:spPr>
          <a:xfrm>
            <a:off x="6136546" y="4644094"/>
            <a:ext cx="2609586" cy="620808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as diferentes condições climatéricas.</a:t>
            </a:r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BEF1B6F1-8FB8-9FE0-1753-62E155ABC3B4}"/>
              </a:ext>
            </a:extLst>
          </p:cNvPr>
          <p:cNvSpPr/>
          <p:nvPr/>
        </p:nvSpPr>
        <p:spPr>
          <a:xfrm>
            <a:off x="18725151" y="1021952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Fazer Interface de Rankings e “jogar Desafio Semanal”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21;p16">
            <a:extLst>
              <a:ext uri="{FF2B5EF4-FFF2-40B4-BE49-F238E27FC236}">
                <a16:creationId xmlns:a16="http://schemas.microsoft.com/office/drawing/2014/main" id="{A606BEAF-9116-4F00-8812-64682D257184}"/>
              </a:ext>
            </a:extLst>
          </p:cNvPr>
          <p:cNvSpPr/>
          <p:nvPr/>
        </p:nvSpPr>
        <p:spPr>
          <a:xfrm>
            <a:off x="12395940" y="4165308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Terramoto.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21;p16">
            <a:extLst>
              <a:ext uri="{FF2B5EF4-FFF2-40B4-BE49-F238E27FC236}">
                <a16:creationId xmlns:a16="http://schemas.microsoft.com/office/drawing/2014/main" id="{929F78E0-460F-8738-6BAD-E9AC471B3059}"/>
              </a:ext>
            </a:extLst>
          </p:cNvPr>
          <p:cNvSpPr/>
          <p:nvPr/>
        </p:nvSpPr>
        <p:spPr>
          <a:xfrm>
            <a:off x="12395940" y="4784311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Tsunami.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121;p16">
            <a:extLst>
              <a:ext uri="{FF2B5EF4-FFF2-40B4-BE49-F238E27FC236}">
                <a16:creationId xmlns:a16="http://schemas.microsoft.com/office/drawing/2014/main" id="{7941DD71-F202-F4A0-7B0D-8269DED1F424}"/>
              </a:ext>
            </a:extLst>
          </p:cNvPr>
          <p:cNvSpPr/>
          <p:nvPr/>
        </p:nvSpPr>
        <p:spPr>
          <a:xfrm>
            <a:off x="12423686" y="7368613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Meteorito. 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121;p16">
            <a:extLst>
              <a:ext uri="{FF2B5EF4-FFF2-40B4-BE49-F238E27FC236}">
                <a16:creationId xmlns:a16="http://schemas.microsoft.com/office/drawing/2014/main" id="{E182894F-059D-7592-5B69-8062FAFEDA38}"/>
              </a:ext>
            </a:extLst>
          </p:cNvPr>
          <p:cNvSpPr/>
          <p:nvPr/>
        </p:nvSpPr>
        <p:spPr>
          <a:xfrm>
            <a:off x="12395940" y="932272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Implementar um gerador de mapa semanal.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121;p16">
            <a:extLst>
              <a:ext uri="{FF2B5EF4-FFF2-40B4-BE49-F238E27FC236}">
                <a16:creationId xmlns:a16="http://schemas.microsoft.com/office/drawing/2014/main" id="{5DE13A3A-6939-390F-0212-85EBC489CED2}"/>
              </a:ext>
            </a:extLst>
          </p:cNvPr>
          <p:cNvSpPr/>
          <p:nvPr/>
        </p:nvSpPr>
        <p:spPr>
          <a:xfrm>
            <a:off x="12423686" y="5744289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" name="Google Shape;121;p16">
            <a:extLst>
              <a:ext uri="{FF2B5EF4-FFF2-40B4-BE49-F238E27FC236}">
                <a16:creationId xmlns:a16="http://schemas.microsoft.com/office/drawing/2014/main" id="{94350274-4D68-8DD9-B2AD-A15404260A94}"/>
              </a:ext>
            </a:extLst>
          </p:cNvPr>
          <p:cNvSpPr/>
          <p:nvPr/>
        </p:nvSpPr>
        <p:spPr>
          <a:xfrm>
            <a:off x="12395940" y="8946051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37403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F9E85B5D-FC84-D2D4-4E1F-4727C764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>
            <a:extLst>
              <a:ext uri="{FF2B5EF4-FFF2-40B4-BE49-F238E27FC236}">
                <a16:creationId xmlns:a16="http://schemas.microsoft.com/office/drawing/2014/main" id="{47FE4E93-58BE-6BCA-F348-ABFECD54BA21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53E08A80-6406-3243-AA15-9A32B89F703D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Student ID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B766C8BB-9C1C-C812-78D6-ADF10B5330C3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Story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19">
            <a:extLst>
              <a:ext uri="{FF2B5EF4-FFF2-40B4-BE49-F238E27FC236}">
                <a16:creationId xmlns:a16="http://schemas.microsoft.com/office/drawing/2014/main" id="{A2DA2C03-21CB-0279-7188-179D1987853C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To Do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D74CCBD2-2A8B-CE03-A44D-2026B1890118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Doing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9D76B7A0-C5FB-0F50-0BEB-4AA072E00F33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Review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397AA720-78A6-8660-5802-13ABA8179A39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Done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EBBFF82B-E7C5-8DA3-48A6-F78E8D19BB64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Backlog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4" name="Google Shape;204;p19">
            <a:extLst>
              <a:ext uri="{FF2B5EF4-FFF2-40B4-BE49-F238E27FC236}">
                <a16:creationId xmlns:a16="http://schemas.microsoft.com/office/drawing/2014/main" id="{2259EB59-B273-F2DB-06DF-675D24754971}"/>
              </a:ext>
            </a:extLst>
          </p:cNvPr>
          <p:cNvCxnSpPr/>
          <p:nvPr/>
        </p:nvCxnSpPr>
        <p:spPr>
          <a:xfrm>
            <a:off x="5607986" y="16260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19">
            <a:extLst>
              <a:ext uri="{FF2B5EF4-FFF2-40B4-BE49-F238E27FC236}">
                <a16:creationId xmlns:a16="http://schemas.microsoft.com/office/drawing/2014/main" id="{55DC087E-745A-CF31-CAC7-0B8C8673F78F}"/>
              </a:ext>
            </a:extLst>
          </p:cNvPr>
          <p:cNvCxnSpPr/>
          <p:nvPr/>
        </p:nvCxnSpPr>
        <p:spPr>
          <a:xfrm>
            <a:off x="5607986" y="3203476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19">
            <a:extLst>
              <a:ext uri="{FF2B5EF4-FFF2-40B4-BE49-F238E27FC236}">
                <a16:creationId xmlns:a16="http://schemas.microsoft.com/office/drawing/2014/main" id="{1DA534EC-E995-21D9-4ACF-4F2A6AD07B77}"/>
              </a:ext>
            </a:extLst>
          </p:cNvPr>
          <p:cNvCxnSpPr/>
          <p:nvPr/>
        </p:nvCxnSpPr>
        <p:spPr>
          <a:xfrm>
            <a:off x="5607986" y="47778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19">
            <a:extLst>
              <a:ext uri="{FF2B5EF4-FFF2-40B4-BE49-F238E27FC236}">
                <a16:creationId xmlns:a16="http://schemas.microsoft.com/office/drawing/2014/main" id="{A76697D3-F098-B859-4770-1D8FF517EA5D}"/>
              </a:ext>
            </a:extLst>
          </p:cNvPr>
          <p:cNvCxnSpPr/>
          <p:nvPr/>
        </p:nvCxnSpPr>
        <p:spPr>
          <a:xfrm>
            <a:off x="5607986" y="63537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19">
            <a:extLst>
              <a:ext uri="{FF2B5EF4-FFF2-40B4-BE49-F238E27FC236}">
                <a16:creationId xmlns:a16="http://schemas.microsoft.com/office/drawing/2014/main" id="{52A52FAC-76B2-F704-781C-CD0063BE627E}"/>
              </a:ext>
            </a:extLst>
          </p:cNvPr>
          <p:cNvCxnSpPr/>
          <p:nvPr/>
        </p:nvCxnSpPr>
        <p:spPr>
          <a:xfrm>
            <a:off x="5607986" y="79296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19">
            <a:extLst>
              <a:ext uri="{FF2B5EF4-FFF2-40B4-BE49-F238E27FC236}">
                <a16:creationId xmlns:a16="http://schemas.microsoft.com/office/drawing/2014/main" id="{4ECB4353-E440-A9BB-BD0C-1A56B112E6ED}"/>
              </a:ext>
            </a:extLst>
          </p:cNvPr>
          <p:cNvCxnSpPr/>
          <p:nvPr/>
        </p:nvCxnSpPr>
        <p:spPr>
          <a:xfrm>
            <a:off x="5607986" y="9505538"/>
            <a:ext cx="16042200" cy="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19">
            <a:extLst>
              <a:ext uri="{FF2B5EF4-FFF2-40B4-BE49-F238E27FC236}">
                <a16:creationId xmlns:a16="http://schemas.microsoft.com/office/drawing/2014/main" id="{EEC22EA1-A931-13F1-9761-991C769F43F3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74;p15">
            <a:extLst>
              <a:ext uri="{FF2B5EF4-FFF2-40B4-BE49-F238E27FC236}">
                <a16:creationId xmlns:a16="http://schemas.microsoft.com/office/drawing/2014/main" id="{33251596-01CF-6617-6B2B-D9144C95B4AB}"/>
              </a:ext>
            </a:extLst>
          </p:cNvPr>
          <p:cNvSpPr/>
          <p:nvPr/>
        </p:nvSpPr>
        <p:spPr>
          <a:xfrm>
            <a:off x="3197186" y="138558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68338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1E7C6928-90D1-CF6D-BD5E-3436820C16A5}"/>
              </a:ext>
            </a:extLst>
          </p:cNvPr>
          <p:cNvSpPr/>
          <p:nvPr/>
        </p:nvSpPr>
        <p:spPr>
          <a:xfrm>
            <a:off x="3197186" y="2961501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68245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6;p15">
            <a:extLst>
              <a:ext uri="{FF2B5EF4-FFF2-40B4-BE49-F238E27FC236}">
                <a16:creationId xmlns:a16="http://schemas.microsoft.com/office/drawing/2014/main" id="{6CFEA7C7-F3F9-84A8-77E2-A78AE9233EE8}"/>
              </a:ext>
            </a:extLst>
          </p:cNvPr>
          <p:cNvSpPr/>
          <p:nvPr/>
        </p:nvSpPr>
        <p:spPr>
          <a:xfrm>
            <a:off x="3197186" y="453741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68725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77;p15">
            <a:extLst>
              <a:ext uri="{FF2B5EF4-FFF2-40B4-BE49-F238E27FC236}">
                <a16:creationId xmlns:a16="http://schemas.microsoft.com/office/drawing/2014/main" id="{85273765-67E8-BB48-AD7C-8C86130B67F1}"/>
              </a:ext>
            </a:extLst>
          </p:cNvPr>
          <p:cNvSpPr/>
          <p:nvPr/>
        </p:nvSpPr>
        <p:spPr>
          <a:xfrm>
            <a:off x="3197186" y="6113307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68180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22F3ED50-C031-2025-955B-D50A506816B8}"/>
              </a:ext>
            </a:extLst>
          </p:cNvPr>
          <p:cNvSpPr/>
          <p:nvPr/>
        </p:nvSpPr>
        <p:spPr>
          <a:xfrm>
            <a:off x="3197186" y="7689198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67912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79;p15">
            <a:extLst>
              <a:ext uri="{FF2B5EF4-FFF2-40B4-BE49-F238E27FC236}">
                <a16:creationId xmlns:a16="http://schemas.microsoft.com/office/drawing/2014/main" id="{AA0E5BFF-83AC-CFFD-C788-1B75F342BDDF}"/>
              </a:ext>
            </a:extLst>
          </p:cNvPr>
          <p:cNvSpPr/>
          <p:nvPr/>
        </p:nvSpPr>
        <p:spPr>
          <a:xfrm>
            <a:off x="3197186" y="9265103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Consolas"/>
                <a:ea typeface="Consolas"/>
                <a:cs typeface="Consolas"/>
                <a:sym typeface="Consolas"/>
              </a:rPr>
              <a:t>67870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86;p15">
            <a:extLst>
              <a:ext uri="{FF2B5EF4-FFF2-40B4-BE49-F238E27FC236}">
                <a16:creationId xmlns:a16="http://schemas.microsoft.com/office/drawing/2014/main" id="{6CA111D6-AFBA-EBD9-48F0-7FACABD6E572}"/>
              </a:ext>
            </a:extLst>
          </p:cNvPr>
          <p:cNvSpPr/>
          <p:nvPr/>
        </p:nvSpPr>
        <p:spPr>
          <a:xfrm>
            <a:off x="6113258" y="1294224"/>
            <a:ext cx="2609591" cy="8864188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US1: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implementar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um modo de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jogo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onde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mapa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muda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semanalmente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e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possui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um ranking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baseado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na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performance.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" name="Google Shape;92;p15">
            <a:extLst>
              <a:ext uri="{FF2B5EF4-FFF2-40B4-BE49-F238E27FC236}">
                <a16:creationId xmlns:a16="http://schemas.microsoft.com/office/drawing/2014/main" id="{039AC44D-89BA-A4D7-E2B9-854A90D3B1F4}"/>
              </a:ext>
            </a:extLst>
          </p:cNvPr>
          <p:cNvSpPr/>
          <p:nvPr/>
        </p:nvSpPr>
        <p:spPr>
          <a:xfrm>
            <a:off x="6113258" y="3203475"/>
            <a:ext cx="2609587" cy="760968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US2: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92;p15">
            <a:extLst>
              <a:ext uri="{FF2B5EF4-FFF2-40B4-BE49-F238E27FC236}">
                <a16:creationId xmlns:a16="http://schemas.microsoft.com/office/drawing/2014/main" id="{38E0B706-5871-FBBB-1A01-B68FF5359838}"/>
              </a:ext>
            </a:extLst>
          </p:cNvPr>
          <p:cNvSpPr/>
          <p:nvPr/>
        </p:nvSpPr>
        <p:spPr>
          <a:xfrm>
            <a:off x="6136546" y="4644094"/>
            <a:ext cx="2609586" cy="620808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US3: Como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membro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equipa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dirty="0" err="1">
                <a:latin typeface="Consolas"/>
                <a:ea typeface="Consolas"/>
                <a:cs typeface="Consolas"/>
                <a:sym typeface="Consolas"/>
              </a:rPr>
              <a:t>quero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implementar as diferentes condições climatéricas.</a:t>
            </a:r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6D7B61FE-FF7D-243C-505F-53C496B5D7E5}"/>
              </a:ext>
            </a:extLst>
          </p:cNvPr>
          <p:cNvSpPr/>
          <p:nvPr/>
        </p:nvSpPr>
        <p:spPr>
          <a:xfrm>
            <a:off x="18725151" y="1021952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Fazer Interface de Rankings e “jogar Desafio Semanal”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21;p16">
            <a:extLst>
              <a:ext uri="{FF2B5EF4-FFF2-40B4-BE49-F238E27FC236}">
                <a16:creationId xmlns:a16="http://schemas.microsoft.com/office/drawing/2014/main" id="{708FE690-0101-BE6B-CCF2-D391717C05CA}"/>
              </a:ext>
            </a:extLst>
          </p:cNvPr>
          <p:cNvSpPr/>
          <p:nvPr/>
        </p:nvSpPr>
        <p:spPr>
          <a:xfrm>
            <a:off x="12395940" y="4165308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Terramoto.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121;p16">
            <a:extLst>
              <a:ext uri="{FF2B5EF4-FFF2-40B4-BE49-F238E27FC236}">
                <a16:creationId xmlns:a16="http://schemas.microsoft.com/office/drawing/2014/main" id="{FB81A080-CF90-FB94-50B9-82E6886A5A59}"/>
              </a:ext>
            </a:extLst>
          </p:cNvPr>
          <p:cNvSpPr/>
          <p:nvPr/>
        </p:nvSpPr>
        <p:spPr>
          <a:xfrm>
            <a:off x="12395940" y="4784311"/>
            <a:ext cx="2410800" cy="749592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Tsunami.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121;p16">
            <a:extLst>
              <a:ext uri="{FF2B5EF4-FFF2-40B4-BE49-F238E27FC236}">
                <a16:creationId xmlns:a16="http://schemas.microsoft.com/office/drawing/2014/main" id="{F8620EEB-DBF2-7CC7-E189-D55301A96F58}"/>
              </a:ext>
            </a:extLst>
          </p:cNvPr>
          <p:cNvSpPr/>
          <p:nvPr/>
        </p:nvSpPr>
        <p:spPr>
          <a:xfrm>
            <a:off x="12423686" y="7368613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T3: Implementar a parte do Meteorito. 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121;p16">
            <a:extLst>
              <a:ext uri="{FF2B5EF4-FFF2-40B4-BE49-F238E27FC236}">
                <a16:creationId xmlns:a16="http://schemas.microsoft.com/office/drawing/2014/main" id="{DFA277F6-FAC1-F983-E958-3655E8AF52C5}"/>
              </a:ext>
            </a:extLst>
          </p:cNvPr>
          <p:cNvSpPr/>
          <p:nvPr/>
        </p:nvSpPr>
        <p:spPr>
          <a:xfrm>
            <a:off x="12395940" y="932272"/>
            <a:ext cx="2410800" cy="2657243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Implementar um gerador de mapa semanal.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121;p16">
            <a:extLst>
              <a:ext uri="{FF2B5EF4-FFF2-40B4-BE49-F238E27FC236}">
                <a16:creationId xmlns:a16="http://schemas.microsoft.com/office/drawing/2014/main" id="{87533D02-062A-4DEB-31C2-2FCBBD1A55C5}"/>
              </a:ext>
            </a:extLst>
          </p:cNvPr>
          <p:cNvSpPr/>
          <p:nvPr/>
        </p:nvSpPr>
        <p:spPr>
          <a:xfrm>
            <a:off x="15532407" y="5825394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" name="Google Shape;121;p16">
            <a:extLst>
              <a:ext uri="{FF2B5EF4-FFF2-40B4-BE49-F238E27FC236}">
                <a16:creationId xmlns:a16="http://schemas.microsoft.com/office/drawing/2014/main" id="{B34C950C-E7E1-AD55-EA22-8FC5D1D0E711}"/>
              </a:ext>
            </a:extLst>
          </p:cNvPr>
          <p:cNvSpPr/>
          <p:nvPr/>
        </p:nvSpPr>
        <p:spPr>
          <a:xfrm>
            <a:off x="15532407" y="8942591"/>
            <a:ext cx="2410800" cy="1215821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T2: Implementar 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Health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Bar de cada </a:t>
            </a:r>
            <a:r>
              <a:rPr lang="pt-PT" dirty="0" err="1">
                <a:latin typeface="Consolas"/>
                <a:ea typeface="Consolas"/>
                <a:cs typeface="Consolas"/>
                <a:sym typeface="Consolas"/>
              </a:rPr>
              <a:t>wave</a:t>
            </a:r>
            <a:r>
              <a:rPr lang="pt-PT" dirty="0">
                <a:latin typeface="Consolas"/>
                <a:ea typeface="Consolas"/>
                <a:cs typeface="Consolas"/>
                <a:sym typeface="Consolas"/>
              </a:rPr>
              <a:t> de inimigos.</a:t>
            </a:r>
          </a:p>
          <a:p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br>
              <a:rPr lang="en-GB" dirty="0">
                <a:latin typeface="Consolas"/>
                <a:ea typeface="Consolas"/>
                <a:cs typeface="Consolas"/>
                <a:sym typeface="Consolas"/>
              </a:rPr>
            </a:br>
            <a:endParaRPr lang="en-GB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115778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2154</Words>
  <Application>Microsoft Office PowerPoint</Application>
  <PresentationFormat>Personalizados</PresentationFormat>
  <Paragraphs>465</Paragraphs>
  <Slides>24</Slides>
  <Notes>24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27" baseType="lpstr">
      <vt:lpstr>Arial</vt:lpstr>
      <vt:lpstr>Consolas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João Pedro Fernandes</cp:lastModifiedBy>
  <cp:revision>14</cp:revision>
  <dcterms:modified xsi:type="dcterms:W3CDTF">2025-11-24T23:31:22Z</dcterms:modified>
</cp:coreProperties>
</file>